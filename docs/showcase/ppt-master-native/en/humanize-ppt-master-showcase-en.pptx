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7"/>
    <p:sldId id="257" r:id="rId8"/>
    <p:sldId id="258" r:id="rId9"/>
    <p:sldId id="259" r:id="rId10"/>
    <p:sldId id="260"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  <Relationship Id="rId1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 the meaning before styling the page. Humanize PPT turns the audience, narrative, and slide intent into a testable AST. PPT Master takes that contract and renders native PowerPoint objects. Chinese and English start from the same structure and end as two editable, independently verifiable presentation files.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web page captured inside PowerPoint. Humanize PPT owns the content contract. PPT Master owns the visual system and native objects. The PowerPoint package keeps the text, shapes, relationships, notes, and transitions. Compatibility means the file remains useful after delivery—not merely that it opens.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is repeatable and diagnosable. Source material becomes an AST and slide contract, passes through three-stage design confirmation, exports as a native PPTX, and returns to Humanize for a presentation checkup. When something is wrong, fix the source that owns it instead of patching exported OOXML.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slides are not five static images. Text and shapes remain editable. Flows and relationships can be decomposed. Every slide has speaker notes, the deck has Fade transitions, and the OOXML package can be inspected independently. The audience gets the design; the creator keeps a working file.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support is not new in this release; the English path was already complete. What v1.1 adds is the PPT Master native-delivery path, available to both languages under the same design confirmation, native export, and QA standards. Language changes the copy and typography strategy—not the support level.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33D1FF">
                  <a:alpha val="18000"/>
                </a:srgbClr>
              </a:gs>
              <a:gs pos="100000">
                <a:srgbClr val="33D1FF">
                  <a:alpha val="0"/>
                </a:srgbClr>
              </a:gs>
            </a:gsLst>
            <a:path path="circle">
              <a:fillToRect l="50000" t="50000" r="50000" b="50000"/>
            </a:path>
          </a:gradFill>
          <a:ln>
            <a:noFill/>
          </a:ln>
        </p:spPr>
      </p:sp>
      <p:sp>
        <p:nvSpPr>
          <p:cNvPr id="3" name="Rectangle 3"/>
          <p:cNvSpPr/>
          <p:nvPr/>
        </p:nvSpPr>
        <p:spPr>
          <a:xfrm>
            <a:off x="0" y="0"/>
            <a:ext cx="12192000" cy="6858000"/>
          </a:xfrm>
          <a:prstGeom prst="rect">
            <a:avLst/>
          </a:prstGeom>
          <a:gradFill>
            <a:gsLst>
              <a:gs pos="0">
                <a:srgbClr val="7C83FD">
                  <a:alpha val="16000"/>
                </a:srgbClr>
              </a:gs>
              <a:gs pos="100000">
                <a:srgbClr val="7C83FD">
                  <a:alpha val="0"/>
                </a:srgbClr>
              </a:gs>
            </a:gsLst>
            <a:path path="circle">
              <a:fillToRect l="50000" t="50000" r="50000" b="50000"/>
            </a:path>
          </a:gradFill>
          <a:ln>
            <a:noFill/>
          </a:ln>
        </p:spPr>
      </p:sp>
      <p:sp>
        <p:nvSpPr>
          <p:cNvPr id="4" name="Freeform 4"/>
          <p:cNvSpPr/>
          <p:nvPr/>
        </p:nvSpPr>
        <p:spPr>
          <a:xfrm>
            <a:off x="571500" y="1257300"/>
            <a:ext cx="11049000" cy="4114800"/>
          </a:xfrm>
          <a:custGeom>
            <a:avLst/>
            <a:gdLst/>
            <a:ahLst/>
            <a:cxnLst/>
            <a:rect l="l" t="t" r="r" b="b"/>
            <a:pathLst>
              <a:path w="11049000" h="4114800">
                <a:moveTo>
                  <a:pt x="0" y="0"/>
                </a:moveTo>
                <a:lnTo>
                  <a:pt x="11049000" y="0"/>
                </a:lnTo>
                <a:moveTo>
                  <a:pt x="0" y="1028700"/>
                </a:moveTo>
                <a:lnTo>
                  <a:pt x="11049000" y="1028700"/>
                </a:lnTo>
                <a:moveTo>
                  <a:pt x="0" y="2057400"/>
                </a:moveTo>
                <a:lnTo>
                  <a:pt x="11049000" y="2057400"/>
                </a:lnTo>
                <a:moveTo>
                  <a:pt x="0" y="3086100"/>
                </a:moveTo>
                <a:lnTo>
                  <a:pt x="11049000" y="3086100"/>
                </a:lnTo>
                <a:moveTo>
                  <a:pt x="0" y="4114800"/>
                </a:moveTo>
                <a:lnTo>
                  <a:pt x="11049000" y="4114800"/>
                </a:lnTo>
              </a:path>
            </a:pathLst>
          </a:custGeom>
          <a:noFill/>
          <a:ln w="9525">
            <a:solidFill>
              <a:srgbClr val="17314B"/>
            </a:solidFill>
          </a:ln>
        </p:spPr>
      </p:sp>
      <p:sp>
        <p:nvSpPr>
          <p:cNvPr id="5" name="Freeform 5"/>
          <p:cNvSpPr/>
          <p:nvPr/>
        </p:nvSpPr>
        <p:spPr>
          <a:xfrm>
            <a:off x="1562100" y="457200"/>
            <a:ext cx="8229600" cy="5943600"/>
          </a:xfrm>
          <a:custGeom>
            <a:avLst/>
            <a:gdLst/>
            <a:ahLst/>
            <a:cxnLst/>
            <a:rect l="l" t="t" r="r" b="b"/>
            <a:pathLst>
              <a:path w="8229600" h="5943600">
                <a:moveTo>
                  <a:pt x="0" y="0"/>
                </a:moveTo>
                <a:lnTo>
                  <a:pt x="0" y="5943600"/>
                </a:lnTo>
                <a:moveTo>
                  <a:pt x="2057400" y="0"/>
                </a:moveTo>
                <a:lnTo>
                  <a:pt x="2057400" y="5943600"/>
                </a:lnTo>
                <a:moveTo>
                  <a:pt x="4114800" y="0"/>
                </a:moveTo>
                <a:lnTo>
                  <a:pt x="4114800" y="5943600"/>
                </a:lnTo>
                <a:moveTo>
                  <a:pt x="6172200" y="0"/>
                </a:moveTo>
                <a:lnTo>
                  <a:pt x="6172200" y="5943600"/>
                </a:lnTo>
                <a:moveTo>
                  <a:pt x="8229600" y="0"/>
                </a:moveTo>
                <a:lnTo>
                  <a:pt x="8229600" y="5943600"/>
                </a:lnTo>
              </a:path>
            </a:pathLst>
          </a:custGeom>
          <a:noFill/>
          <a:ln w="9525">
            <a:solidFill>
              <a:srgbClr val="17314B"/>
            </a:solidFill>
          </a:ln>
        </p:spPr>
      </p:sp>
      <p:sp>
        <p:nvSpPr>
          <p:cNvPr id="6" name="TextBox 6"/>
          <p:cNvSpPr txBox="1"/>
          <p:nvPr/>
        </p:nvSpPr>
        <p:spPr>
          <a:xfrm>
            <a:off x="564642" y="578168"/>
            <a:ext cx="3382777" cy="264033"/>
          </a:xfrm>
          <a:prstGeom prst="rect">
            <a:avLst/>
          </a:prstGeom>
          <a:noFill/>
          <a:ln>
            <a:noFill/>
          </a:ln>
        </p:spPr>
        <p:txBody>
          <a:bodyPr wrap="none" lIns="0" tIns="0" rIns="0" bIns="0" anchor="t" anchorCtr="0">
            <a:spAutoFit/>
          </a:bodyPr>
          <a:lstStyle/>
          <a:p>
            <a:pPr algn="l"/>
            <a:r>
              <a:rPr lang="en-US" sz="1350" b="1" spc="225" dirty="0">
                <a:solidFill>
                  <a:srgbClr val="33D1FF"/>
                </a:solidFill>
                <a:latin typeface="Consolas"/>
                <a:ea typeface="Consolas"/>
                <a:cs typeface="Consolas"/>
              </a:rPr>
              <a:t>HUMANIZE PPT × PPT MASTER</a:t>
            </a:r>
          </a:p>
        </p:txBody>
      </p:sp>
      <p:sp>
        <p:nvSpPr>
          <p:cNvPr id="7" name="Rectangle 7"/>
          <p:cNvSpPr/>
          <p:nvPr/>
        </p:nvSpPr>
        <p:spPr>
          <a:xfrm>
            <a:off x="571500" y="933450"/>
            <a:ext cx="876300" cy="38100"/>
          </a:xfrm>
          <a:prstGeom prst="roundRect">
            <a:avLst>
              <a:gd name="adj" fmla="val 50000"/>
            </a:avLst>
          </a:prstGeom>
          <a:solidFill>
            <a:srgbClr val="33D1FF"/>
          </a:solidFill>
          <a:ln>
            <a:noFill/>
          </a:ln>
        </p:spPr>
      </p:sp>
      <p:sp>
        <p:nvSpPr>
          <p:cNvPr id="8" name="TextBox 8"/>
          <p:cNvSpPr txBox="1"/>
          <p:nvPr/>
        </p:nvSpPr>
        <p:spPr>
          <a:xfrm>
            <a:off x="552450" y="1520190"/>
            <a:ext cx="5105613" cy="1504950"/>
          </a:xfrm>
          <a:prstGeom prst="rect">
            <a:avLst/>
          </a:prstGeom>
          <a:noFill/>
          <a:ln>
            <a:noFill/>
          </a:ln>
        </p:spPr>
        <p:txBody>
          <a:bodyPr wrap="none" lIns="0" tIns="0" rIns="0" bIns="0" anchor="t" anchorCtr="0">
            <a:spAutoFit/>
          </a:bodyPr>
          <a:lstStyle/>
          <a:p>
            <a:pPr algn="l"/>
            <a:r>
              <a:rPr lang="en-US" sz="7800" b="1" dirty="0">
                <a:solidFill>
                  <a:srgbClr val="EAF2FF"/>
                </a:solidFill>
                <a:latin typeface="Arial"/>
                <a:ea typeface="Arial"/>
                <a:cs typeface="Arial"/>
              </a:rPr>
              <a:t>ONE AST,</a:t>
            </a:r>
          </a:p>
        </p:txBody>
      </p:sp>
      <p:sp>
        <p:nvSpPr>
          <p:cNvPr id="9" name="TextBox 9"/>
          <p:cNvSpPr txBox="1"/>
          <p:nvPr/>
        </p:nvSpPr>
        <p:spPr>
          <a:xfrm>
            <a:off x="555498" y="2917508"/>
            <a:ext cx="5183528" cy="616077"/>
          </a:xfrm>
          <a:prstGeom prst="rect">
            <a:avLst/>
          </a:prstGeom>
          <a:noFill/>
          <a:ln>
            <a:noFill/>
          </a:ln>
        </p:spPr>
        <p:txBody>
          <a:bodyPr wrap="none" lIns="0" tIns="0" rIns="0" bIns="0" anchor="t" anchorCtr="0">
            <a:spAutoFit/>
          </a:bodyPr>
          <a:lstStyle/>
          <a:p>
            <a:pPr algn="l"/>
            <a:r>
              <a:rPr lang="en-US" sz="3150" b="1" dirty="0">
                <a:solidFill>
                  <a:srgbClr val="EAF2FF"/>
                </a:solidFill>
                <a:latin typeface="Arial"/>
                <a:ea typeface="Arial"/>
                <a:cs typeface="Arial"/>
              </a:rPr>
              <a:t>TWO NATIVE PPTX DECKS</a:t>
            </a:r>
          </a:p>
        </p:txBody>
      </p:sp>
      <p:sp>
        <p:nvSpPr>
          <p:cNvPr id="10" name="TextBox 10"/>
          <p:cNvSpPr txBox="1"/>
          <p:nvPr/>
        </p:nvSpPr>
        <p:spPr>
          <a:xfrm>
            <a:off x="595122" y="3635692"/>
            <a:ext cx="7480927" cy="557403"/>
          </a:xfrm>
          <a:prstGeom prst="rect">
            <a:avLst/>
          </a:prstGeom>
          <a:noFill/>
          <a:ln>
            <a:noFill/>
          </a:ln>
        </p:spPr>
        <p:txBody>
          <a:bodyPr wrap="none" lIns="0" tIns="0" rIns="0" bIns="0" anchor="t" anchorCtr="0">
            <a:spAutoFit/>
          </a:bodyPr>
          <a:lstStyle/>
          <a:p>
            <a:pPr algn="l"/>
            <a:r>
              <a:rPr lang="en-US" sz="2850" dirty="0">
                <a:solidFill>
                  <a:srgbClr val="AFC2D9"/>
                </a:solidFill>
                <a:latin typeface="Arial"/>
                <a:ea typeface="Arial"/>
                <a:cs typeface="Arial"/>
              </a:rPr>
              <a:t>Lock what it says. Render how it looks.</a:t>
            </a:r>
          </a:p>
        </p:txBody>
      </p:sp>
      <p:sp>
        <p:nvSpPr>
          <p:cNvPr id="11" name="Rectangle 11"/>
          <p:cNvSpPr/>
          <p:nvPr/>
        </p:nvSpPr>
        <p:spPr>
          <a:xfrm>
            <a:off x="571500" y="4876800"/>
            <a:ext cx="4000500" cy="723900"/>
          </a:xfrm>
          <a:prstGeom prst="roundRect">
            <a:avLst>
              <a:gd name="adj" fmla="val 10526"/>
            </a:avLst>
          </a:prstGeom>
          <a:solidFill>
            <a:srgbClr val="10243B"/>
          </a:solidFill>
          <a:ln w="19050">
            <a:solidFill>
              <a:srgbClr val="23415E"/>
            </a:solidFill>
          </a:ln>
        </p:spPr>
      </p:sp>
      <p:grpSp>
        <p:nvGrpSpPr>
          <p:cNvPr id="14" name="Group 14"/>
          <p:cNvGrpSpPr/>
          <p:nvPr/>
        </p:nvGrpSpPr>
        <p:grpSpPr>
          <a:xfrm>
            <a:off x="833437" y="5081587"/>
            <a:ext cx="314324" cy="314324"/>
            <a:chOff x="833437" y="5081587"/>
            <a:chExt cx="314324" cy="314324"/>
          </a:xfrm>
        </p:grpSpPr>
        <p:sp>
          <p:nvSpPr>
            <p:cNvPr id="12" name="Freeform 12"/>
            <p:cNvSpPr/>
            <p:nvPr/>
          </p:nvSpPr>
          <p:spPr>
            <a:xfrm>
              <a:off x="833437" y="5081587"/>
              <a:ext cx="314324" cy="314324"/>
            </a:xfrm>
            <a:custGeom>
              <a:avLst/>
              <a:gdLst/>
              <a:ahLst/>
              <a:cxnLst/>
              <a:rect l="l" t="t" r="r" b="b"/>
              <a:pathLst>
                <a:path w="314324" h="314324">
                  <a:moveTo>
                    <a:pt x="0" y="157162"/>
                  </a:moveTo>
                  <a:cubicBezTo>
                    <a:pt x="0" y="243961"/>
                    <a:pt x="70364" y="314324"/>
                    <a:pt x="157162" y="314324"/>
                  </a:cubicBezTo>
                  <a:cubicBezTo>
                    <a:pt x="243961" y="314324"/>
                    <a:pt x="314324" y="243961"/>
                    <a:pt x="314324" y="157162"/>
                  </a:cubicBezTo>
                  <a:cubicBezTo>
                    <a:pt x="314324" y="70364"/>
                    <a:pt x="243961" y="0"/>
                    <a:pt x="157162" y="0"/>
                  </a:cubicBezTo>
                  <a:cubicBezTo>
                    <a:pt x="70364" y="0"/>
                    <a:pt x="0" y="70364"/>
                    <a:pt x="0" y="157162"/>
                  </a:cubicBezTo>
                </a:path>
              </a:pathLst>
            </a:custGeom>
            <a:noFill/>
            <a:ln w="19050">
              <a:solidFill>
                <a:srgbClr val="FFB347"/>
              </a:solidFill>
            </a:ln>
          </p:spPr>
        </p:sp>
        <p:sp>
          <p:nvSpPr>
            <p:cNvPr id="13" name="Freeform 13"/>
            <p:cNvSpPr/>
            <p:nvPr/>
          </p:nvSpPr>
          <p:spPr>
            <a:xfrm>
              <a:off x="938212" y="5203825"/>
              <a:ext cx="104775" cy="69850"/>
            </a:xfrm>
            <a:custGeom>
              <a:avLst/>
              <a:gdLst/>
              <a:ahLst/>
              <a:cxnLst/>
              <a:rect l="l" t="t" r="r" b="b"/>
              <a:pathLst>
                <a:path w="104775" h="69850">
                  <a:moveTo>
                    <a:pt x="0" y="34925"/>
                  </a:moveTo>
                  <a:lnTo>
                    <a:pt x="34925" y="69850"/>
                  </a:lnTo>
                  <a:lnTo>
                    <a:pt x="104775" y="0"/>
                  </a:lnTo>
                </a:path>
              </a:pathLst>
            </a:custGeom>
            <a:noFill/>
            <a:ln w="19050">
              <a:solidFill>
                <a:srgbClr val="FFB347"/>
              </a:solidFill>
            </a:ln>
          </p:spPr>
        </p:sp>
      </p:grpSp>
      <p:sp>
        <p:nvSpPr>
          <p:cNvPr id="15" name="TextBox 15"/>
          <p:cNvSpPr txBox="1"/>
          <p:nvPr/>
        </p:nvSpPr>
        <p:spPr>
          <a:xfrm>
            <a:off x="1381506" y="5139690"/>
            <a:ext cx="3605536"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Native · Editable · Verifiable</a:t>
            </a:r>
          </a:p>
        </p:txBody>
      </p:sp>
      <p:sp>
        <p:nvSpPr>
          <p:cNvPr id="16" name="Freeform 16"/>
          <p:cNvSpPr/>
          <p:nvPr/>
        </p:nvSpPr>
        <p:spPr>
          <a:xfrm>
            <a:off x="6705600" y="1943100"/>
            <a:ext cx="4267200" cy="9525"/>
          </a:xfrm>
          <a:custGeom>
            <a:avLst/>
            <a:gdLst/>
            <a:ahLst/>
            <a:cxnLst/>
            <a:rect l="l" t="t" r="r" b="b"/>
            <a:pathLst>
              <a:path w="4267200" h="9525">
                <a:moveTo>
                  <a:pt x="0" y="0"/>
                </a:moveTo>
                <a:lnTo>
                  <a:pt x="4267200" y="0"/>
                </a:lnTo>
              </a:path>
            </a:pathLst>
          </a:custGeom>
          <a:noFill/>
          <a:ln w="76200" cap="rnd">
            <a:solidFill>
              <a:srgbClr val="33D1FF">
                <a:alpha val="18000"/>
              </a:srgbClr>
            </a:solidFill>
          </a:ln>
        </p:spPr>
      </p:sp>
      <p:sp>
        <p:nvSpPr>
          <p:cNvPr id="17" name="Freeform 17"/>
          <p:cNvSpPr/>
          <p:nvPr/>
        </p:nvSpPr>
        <p:spPr>
          <a:xfrm>
            <a:off x="6705600" y="1943100"/>
            <a:ext cx="4267200" cy="9525"/>
          </a:xfrm>
          <a:custGeom>
            <a:avLst/>
            <a:gdLst/>
            <a:ahLst/>
            <a:cxnLst/>
            <a:rect l="l" t="t" r="r" b="b"/>
            <a:pathLst>
              <a:path w="4267200" h="9525">
                <a:moveTo>
                  <a:pt x="0" y="0"/>
                </a:moveTo>
                <a:lnTo>
                  <a:pt x="4267200" y="0"/>
                </a:lnTo>
              </a:path>
            </a:pathLst>
          </a:custGeom>
          <a:noFill/>
          <a:ln w="19050" cap="rnd">
            <a:solidFill>
              <a:srgbClr val="33D1FF"/>
            </a:solidFill>
          </a:ln>
        </p:spPr>
      </p:sp>
      <p:sp>
        <p:nvSpPr>
          <p:cNvPr id="18" name="Ellipse 18"/>
          <p:cNvSpPr/>
          <p:nvPr/>
        </p:nvSpPr>
        <p:spPr>
          <a:xfrm>
            <a:off x="6477000" y="1485900"/>
            <a:ext cx="914400" cy="914400"/>
          </a:xfrm>
          <a:prstGeom prst="ellipse">
            <a:avLst/>
          </a:prstGeom>
          <a:solidFill>
            <a:srgbClr val="10243B"/>
          </a:solidFill>
          <a:ln w="19050">
            <a:solidFill>
              <a:srgbClr val="33D1FF"/>
            </a:solidFill>
          </a:ln>
        </p:spPr>
      </p:sp>
      <p:grpSp>
        <p:nvGrpSpPr>
          <p:cNvPr id="24" name="Group 24"/>
          <p:cNvGrpSpPr/>
          <p:nvPr/>
        </p:nvGrpSpPr>
        <p:grpSpPr>
          <a:xfrm>
            <a:off x="6800850" y="1771650"/>
            <a:ext cx="266700" cy="342900"/>
            <a:chOff x="6800850" y="1771650"/>
            <a:chExt cx="266700" cy="342900"/>
          </a:xfrm>
        </p:grpSpPr>
        <p:sp>
          <p:nvSpPr>
            <p:cNvPr id="19" name="Freeform 19"/>
            <p:cNvSpPr/>
            <p:nvPr/>
          </p:nvSpPr>
          <p:spPr>
            <a:xfrm>
              <a:off x="6972300" y="1771650"/>
              <a:ext cx="95250" cy="95250"/>
            </a:xfrm>
            <a:custGeom>
              <a:avLst/>
              <a:gdLst/>
              <a:ahLst/>
              <a:cxnLst/>
              <a:rect l="l" t="t" r="r" b="b"/>
              <a:pathLst>
                <a:path w="95250" h="95250">
                  <a:moveTo>
                    <a:pt x="0" y="0"/>
                  </a:moveTo>
                  <a:lnTo>
                    <a:pt x="0" y="76200"/>
                  </a:lnTo>
                  <a:cubicBezTo>
                    <a:pt x="0" y="86721"/>
                    <a:pt x="8529" y="95250"/>
                    <a:pt x="19050" y="95250"/>
                  </a:cubicBezTo>
                  <a:lnTo>
                    <a:pt x="95250" y="95250"/>
                  </a:lnTo>
                </a:path>
              </a:pathLst>
            </a:custGeom>
            <a:noFill/>
            <a:ln w="19050">
              <a:solidFill>
                <a:srgbClr val="33D1FF"/>
              </a:solidFill>
            </a:ln>
          </p:spPr>
        </p:sp>
        <p:sp>
          <p:nvSpPr>
            <p:cNvPr id="20" name="Freeform 20"/>
            <p:cNvSpPr/>
            <p:nvPr/>
          </p:nvSpPr>
          <p:spPr>
            <a:xfrm>
              <a:off x="6800850" y="1771650"/>
              <a:ext cx="266700" cy="342900"/>
            </a:xfrm>
            <a:custGeom>
              <a:avLst/>
              <a:gdLst/>
              <a:ahLst/>
              <a:cxnLst/>
              <a:rect l="l" t="t" r="r" b="b"/>
              <a:pathLst>
                <a:path w="266700" h="342900">
                  <a:moveTo>
                    <a:pt x="228600" y="342900"/>
                  </a:moveTo>
                  <a:lnTo>
                    <a:pt x="38100" y="342900"/>
                  </a:lnTo>
                  <a:cubicBezTo>
                    <a:pt x="17058" y="342900"/>
                    <a:pt x="0" y="325842"/>
                    <a:pt x="0" y="304800"/>
                  </a:cubicBezTo>
                  <a:lnTo>
                    <a:pt x="0" y="38100"/>
                  </a:lnTo>
                  <a:cubicBezTo>
                    <a:pt x="0" y="17058"/>
                    <a:pt x="17058" y="0"/>
                    <a:pt x="38100" y="0"/>
                  </a:cubicBezTo>
                  <a:lnTo>
                    <a:pt x="171450" y="0"/>
                  </a:lnTo>
                  <a:lnTo>
                    <a:pt x="266700" y="95250"/>
                  </a:lnTo>
                  <a:lnTo>
                    <a:pt x="266700" y="304800"/>
                  </a:lnTo>
                  <a:cubicBezTo>
                    <a:pt x="266700" y="325842"/>
                    <a:pt x="249642" y="342900"/>
                    <a:pt x="228600" y="342900"/>
                  </a:cubicBezTo>
                </a:path>
              </a:pathLst>
            </a:custGeom>
            <a:noFill/>
            <a:ln w="19050">
              <a:solidFill>
                <a:srgbClr val="33D1FF"/>
              </a:solidFill>
            </a:ln>
          </p:spPr>
        </p:sp>
        <p:sp>
          <p:nvSpPr>
            <p:cNvPr id="21" name="Freeform 21"/>
            <p:cNvSpPr/>
            <p:nvPr/>
          </p:nvSpPr>
          <p:spPr>
            <a:xfrm>
              <a:off x="6877050" y="1885950"/>
              <a:ext cx="19050" cy="9525"/>
            </a:xfrm>
            <a:custGeom>
              <a:avLst/>
              <a:gdLst/>
              <a:ahLst/>
              <a:cxnLst/>
              <a:rect l="l" t="t" r="r" b="b"/>
              <a:pathLst>
                <a:path w="19050" h="9525">
                  <a:moveTo>
                    <a:pt x="0" y="0"/>
                  </a:moveTo>
                  <a:lnTo>
                    <a:pt x="19050" y="0"/>
                  </a:lnTo>
                </a:path>
              </a:pathLst>
            </a:custGeom>
            <a:noFill/>
            <a:ln w="19050">
              <a:solidFill>
                <a:srgbClr val="33D1FF"/>
              </a:solidFill>
            </a:ln>
          </p:spPr>
        </p:sp>
        <p:sp>
          <p:nvSpPr>
            <p:cNvPr id="22" name="Freeform 22"/>
            <p:cNvSpPr/>
            <p:nvPr/>
          </p:nvSpPr>
          <p:spPr>
            <a:xfrm>
              <a:off x="6877050" y="1962150"/>
              <a:ext cx="114300" cy="9525"/>
            </a:xfrm>
            <a:custGeom>
              <a:avLst/>
              <a:gdLst/>
              <a:ahLst/>
              <a:cxnLst/>
              <a:rect l="l" t="t" r="r" b="b"/>
              <a:pathLst>
                <a:path w="114300" h="9525">
                  <a:moveTo>
                    <a:pt x="0" y="0"/>
                  </a:moveTo>
                  <a:lnTo>
                    <a:pt x="114300" y="0"/>
                  </a:lnTo>
                </a:path>
              </a:pathLst>
            </a:custGeom>
            <a:noFill/>
            <a:ln w="19050">
              <a:solidFill>
                <a:srgbClr val="33D1FF"/>
              </a:solidFill>
            </a:ln>
          </p:spPr>
        </p:sp>
        <p:sp>
          <p:nvSpPr>
            <p:cNvPr id="23" name="Freeform 23"/>
            <p:cNvSpPr/>
            <p:nvPr/>
          </p:nvSpPr>
          <p:spPr>
            <a:xfrm>
              <a:off x="6877050" y="2038350"/>
              <a:ext cx="114300" cy="9525"/>
            </a:xfrm>
            <a:custGeom>
              <a:avLst/>
              <a:gdLst/>
              <a:ahLst/>
              <a:cxnLst/>
              <a:rect l="l" t="t" r="r" b="b"/>
              <a:pathLst>
                <a:path w="114300" h="9525">
                  <a:moveTo>
                    <a:pt x="0" y="0"/>
                  </a:moveTo>
                  <a:lnTo>
                    <a:pt x="114300" y="0"/>
                  </a:lnTo>
                </a:path>
              </a:pathLst>
            </a:custGeom>
            <a:noFill/>
            <a:ln w="19050">
              <a:solidFill>
                <a:srgbClr val="33D1FF"/>
              </a:solidFill>
            </a:ln>
          </p:spPr>
        </p:sp>
      </p:grpSp>
      <p:sp>
        <p:nvSpPr>
          <p:cNvPr id="25" name="Ellipse 25"/>
          <p:cNvSpPr/>
          <p:nvPr/>
        </p:nvSpPr>
        <p:spPr>
          <a:xfrm>
            <a:off x="8382000" y="1485900"/>
            <a:ext cx="914400" cy="914400"/>
          </a:xfrm>
          <a:prstGeom prst="ellipse">
            <a:avLst/>
          </a:prstGeom>
          <a:solidFill>
            <a:srgbClr val="10243B"/>
          </a:solidFill>
          <a:ln w="19050">
            <a:solidFill>
              <a:srgbClr val="7C83FD"/>
            </a:solidFill>
          </a:ln>
        </p:spPr>
      </p:sp>
      <p:grpSp>
        <p:nvGrpSpPr>
          <p:cNvPr id="28" name="Group 28"/>
          <p:cNvGrpSpPr/>
          <p:nvPr/>
        </p:nvGrpSpPr>
        <p:grpSpPr>
          <a:xfrm>
            <a:off x="8667750" y="1790700"/>
            <a:ext cx="342900" cy="304800"/>
            <a:chOff x="8667750" y="1790700"/>
            <a:chExt cx="342900" cy="304800"/>
          </a:xfrm>
        </p:grpSpPr>
        <p:sp>
          <p:nvSpPr>
            <p:cNvPr id="26" name="Freeform 26"/>
            <p:cNvSpPr/>
            <p:nvPr/>
          </p:nvSpPr>
          <p:spPr>
            <a:xfrm>
              <a:off x="8667750" y="1790700"/>
              <a:ext cx="76200" cy="304800"/>
            </a:xfrm>
            <a:custGeom>
              <a:avLst/>
              <a:gdLst/>
              <a:ahLst/>
              <a:cxnLst/>
              <a:rect l="l" t="t" r="r" b="b"/>
              <a:pathLst>
                <a:path w="76200" h="304800">
                  <a:moveTo>
                    <a:pt x="76200" y="0"/>
                  </a:moveTo>
                  <a:cubicBezTo>
                    <a:pt x="55158" y="0"/>
                    <a:pt x="38100" y="17058"/>
                    <a:pt x="38100" y="38100"/>
                  </a:cubicBezTo>
                  <a:lnTo>
                    <a:pt x="38100" y="95250"/>
                  </a:lnTo>
                  <a:cubicBezTo>
                    <a:pt x="38100" y="126813"/>
                    <a:pt x="21042" y="152400"/>
                    <a:pt x="0" y="152400"/>
                  </a:cubicBezTo>
                  <a:cubicBezTo>
                    <a:pt x="21042" y="152400"/>
                    <a:pt x="38100" y="177987"/>
                    <a:pt x="38100" y="209550"/>
                  </a:cubicBezTo>
                  <a:lnTo>
                    <a:pt x="38100" y="266700"/>
                  </a:lnTo>
                  <a:cubicBezTo>
                    <a:pt x="38100" y="287742"/>
                    <a:pt x="55158" y="304800"/>
                    <a:pt x="76200" y="304800"/>
                  </a:cubicBezTo>
                </a:path>
              </a:pathLst>
            </a:custGeom>
            <a:noFill/>
            <a:ln w="19050">
              <a:solidFill>
                <a:srgbClr val="7C83FD"/>
              </a:solidFill>
            </a:ln>
          </p:spPr>
        </p:sp>
        <p:sp>
          <p:nvSpPr>
            <p:cNvPr id="27" name="Freeform 27"/>
            <p:cNvSpPr/>
            <p:nvPr/>
          </p:nvSpPr>
          <p:spPr>
            <a:xfrm>
              <a:off x="8934450" y="1790700"/>
              <a:ext cx="76200" cy="304800"/>
            </a:xfrm>
            <a:custGeom>
              <a:avLst/>
              <a:gdLst/>
              <a:ahLst/>
              <a:cxnLst/>
              <a:rect l="l" t="t" r="r" b="b"/>
              <a:pathLst>
                <a:path w="76200" h="304800">
                  <a:moveTo>
                    <a:pt x="0" y="0"/>
                  </a:moveTo>
                  <a:cubicBezTo>
                    <a:pt x="21042" y="0"/>
                    <a:pt x="38100" y="17058"/>
                    <a:pt x="38100" y="38100"/>
                  </a:cubicBezTo>
                  <a:lnTo>
                    <a:pt x="38100" y="95250"/>
                  </a:lnTo>
                  <a:cubicBezTo>
                    <a:pt x="38100" y="126813"/>
                    <a:pt x="55158" y="152400"/>
                    <a:pt x="76200" y="152400"/>
                  </a:cubicBezTo>
                  <a:cubicBezTo>
                    <a:pt x="55158" y="152400"/>
                    <a:pt x="38100" y="177987"/>
                    <a:pt x="38100" y="209550"/>
                  </a:cubicBezTo>
                  <a:lnTo>
                    <a:pt x="38100" y="266700"/>
                  </a:lnTo>
                  <a:cubicBezTo>
                    <a:pt x="38100" y="287742"/>
                    <a:pt x="21042" y="304800"/>
                    <a:pt x="0" y="304800"/>
                  </a:cubicBezTo>
                </a:path>
              </a:pathLst>
            </a:custGeom>
            <a:noFill/>
            <a:ln w="19050">
              <a:solidFill>
                <a:srgbClr val="7C83FD"/>
              </a:solidFill>
            </a:ln>
          </p:spPr>
        </p:sp>
      </p:grpSp>
      <p:sp>
        <p:nvSpPr>
          <p:cNvPr id="29" name="Ellipse 29"/>
          <p:cNvSpPr/>
          <p:nvPr/>
        </p:nvSpPr>
        <p:spPr>
          <a:xfrm>
            <a:off x="10287000" y="1485900"/>
            <a:ext cx="914400" cy="914400"/>
          </a:xfrm>
          <a:prstGeom prst="ellipse">
            <a:avLst/>
          </a:prstGeom>
          <a:solidFill>
            <a:srgbClr val="10243B"/>
          </a:solidFill>
          <a:ln w="19050">
            <a:solidFill>
              <a:srgbClr val="FFB347"/>
            </a:solidFill>
          </a:ln>
        </p:spPr>
      </p:sp>
      <p:grpSp>
        <p:nvGrpSpPr>
          <p:cNvPr id="35" name="Group 35"/>
          <p:cNvGrpSpPr/>
          <p:nvPr/>
        </p:nvGrpSpPr>
        <p:grpSpPr>
          <a:xfrm>
            <a:off x="10572750" y="1790700"/>
            <a:ext cx="342900" cy="314325"/>
            <a:chOff x="10572750" y="1790700"/>
            <a:chExt cx="342900" cy="314325"/>
          </a:xfrm>
        </p:grpSpPr>
        <p:sp>
          <p:nvSpPr>
            <p:cNvPr id="30" name="Freeform 30"/>
            <p:cNvSpPr/>
            <p:nvPr/>
          </p:nvSpPr>
          <p:spPr>
            <a:xfrm>
              <a:off x="10572750" y="1790700"/>
              <a:ext cx="342900" cy="9525"/>
            </a:xfrm>
            <a:custGeom>
              <a:avLst/>
              <a:gdLst/>
              <a:ahLst/>
              <a:cxnLst/>
              <a:rect l="l" t="t" r="r" b="b"/>
              <a:pathLst>
                <a:path w="342900" h="9525">
                  <a:moveTo>
                    <a:pt x="0" y="0"/>
                  </a:moveTo>
                  <a:lnTo>
                    <a:pt x="342900" y="0"/>
                  </a:lnTo>
                </a:path>
              </a:pathLst>
            </a:custGeom>
            <a:noFill/>
            <a:ln w="19050">
              <a:solidFill>
                <a:srgbClr val="FFB347"/>
              </a:solidFill>
            </a:ln>
          </p:spPr>
        </p:sp>
        <p:sp>
          <p:nvSpPr>
            <p:cNvPr id="31" name="Freeform 31"/>
            <p:cNvSpPr/>
            <p:nvPr/>
          </p:nvSpPr>
          <p:spPr>
            <a:xfrm>
              <a:off x="10591800" y="1790700"/>
              <a:ext cx="304800" cy="228600"/>
            </a:xfrm>
            <a:custGeom>
              <a:avLst/>
              <a:gdLst/>
              <a:ahLst/>
              <a:cxnLst/>
              <a:rect l="l" t="t" r="r" b="b"/>
              <a:pathLst>
                <a:path w="304800" h="228600">
                  <a:moveTo>
                    <a:pt x="0" y="0"/>
                  </a:moveTo>
                  <a:lnTo>
                    <a:pt x="0" y="190500"/>
                  </a:lnTo>
                  <a:cubicBezTo>
                    <a:pt x="0" y="211542"/>
                    <a:pt x="17058" y="228600"/>
                    <a:pt x="38100" y="228600"/>
                  </a:cubicBezTo>
                  <a:lnTo>
                    <a:pt x="266700" y="228600"/>
                  </a:lnTo>
                  <a:cubicBezTo>
                    <a:pt x="287742" y="228600"/>
                    <a:pt x="304800" y="211542"/>
                    <a:pt x="304800" y="190500"/>
                  </a:cubicBezTo>
                  <a:lnTo>
                    <a:pt x="304800" y="0"/>
                  </a:lnTo>
                </a:path>
              </a:pathLst>
            </a:custGeom>
            <a:noFill/>
            <a:ln w="19050">
              <a:solidFill>
                <a:srgbClr val="FFB347"/>
              </a:solidFill>
            </a:ln>
          </p:spPr>
        </p:sp>
        <p:sp>
          <p:nvSpPr>
            <p:cNvPr id="32" name="Freeform 32"/>
            <p:cNvSpPr/>
            <p:nvPr/>
          </p:nvSpPr>
          <p:spPr>
            <a:xfrm>
              <a:off x="10744200" y="2019300"/>
              <a:ext cx="9525" cy="76200"/>
            </a:xfrm>
            <a:custGeom>
              <a:avLst/>
              <a:gdLst/>
              <a:ahLst/>
              <a:cxnLst/>
              <a:rect l="l" t="t" r="r" b="b"/>
              <a:pathLst>
                <a:path w="9525" h="76200">
                  <a:moveTo>
                    <a:pt x="0" y="0"/>
                  </a:moveTo>
                  <a:lnTo>
                    <a:pt x="0" y="76200"/>
                  </a:lnTo>
                </a:path>
              </a:pathLst>
            </a:custGeom>
            <a:noFill/>
            <a:ln w="19050">
              <a:solidFill>
                <a:srgbClr val="FFB347"/>
              </a:solidFill>
            </a:ln>
          </p:spPr>
        </p:sp>
        <p:sp>
          <p:nvSpPr>
            <p:cNvPr id="33" name="Freeform 33"/>
            <p:cNvSpPr/>
            <p:nvPr/>
          </p:nvSpPr>
          <p:spPr>
            <a:xfrm>
              <a:off x="10687050" y="2095500"/>
              <a:ext cx="114300" cy="9525"/>
            </a:xfrm>
            <a:custGeom>
              <a:avLst/>
              <a:gdLst/>
              <a:ahLst/>
              <a:cxnLst/>
              <a:rect l="l" t="t" r="r" b="b"/>
              <a:pathLst>
                <a:path w="114300" h="9525">
                  <a:moveTo>
                    <a:pt x="0" y="0"/>
                  </a:moveTo>
                  <a:lnTo>
                    <a:pt x="114300" y="0"/>
                  </a:lnTo>
                </a:path>
              </a:pathLst>
            </a:custGeom>
            <a:noFill/>
            <a:ln w="19050">
              <a:solidFill>
                <a:srgbClr val="FFB347"/>
              </a:solidFill>
            </a:ln>
          </p:spPr>
        </p:sp>
        <p:sp>
          <p:nvSpPr>
            <p:cNvPr id="34" name="Freeform 34"/>
            <p:cNvSpPr/>
            <p:nvPr/>
          </p:nvSpPr>
          <p:spPr>
            <a:xfrm>
              <a:off x="10668000" y="1866900"/>
              <a:ext cx="152400" cy="76200"/>
            </a:xfrm>
            <a:custGeom>
              <a:avLst/>
              <a:gdLst/>
              <a:ahLst/>
              <a:cxnLst/>
              <a:rect l="l" t="t" r="r" b="b"/>
              <a:pathLst>
                <a:path w="152400" h="76200">
                  <a:moveTo>
                    <a:pt x="0" y="76200"/>
                  </a:moveTo>
                  <a:lnTo>
                    <a:pt x="57150" y="19050"/>
                  </a:lnTo>
                  <a:lnTo>
                    <a:pt x="95250" y="57150"/>
                  </a:lnTo>
                  <a:lnTo>
                    <a:pt x="152400" y="0"/>
                  </a:lnTo>
                </a:path>
              </a:pathLst>
            </a:custGeom>
            <a:noFill/>
            <a:ln w="19050">
              <a:solidFill>
                <a:srgbClr val="FFB347"/>
              </a:solidFill>
            </a:ln>
          </p:spPr>
        </p:sp>
      </p:grpSp>
      <p:sp>
        <p:nvSpPr>
          <p:cNvPr id="36" name="TextBox 36"/>
          <p:cNvSpPr txBox="1"/>
          <p:nvPr/>
        </p:nvSpPr>
        <p:spPr>
          <a:xfrm>
            <a:off x="6871895" y="2578418"/>
            <a:ext cx="124610"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S</a:t>
            </a:r>
          </a:p>
        </p:txBody>
      </p:sp>
      <p:sp>
        <p:nvSpPr>
          <p:cNvPr id="37" name="TextBox 37"/>
          <p:cNvSpPr txBox="1"/>
          <p:nvPr/>
        </p:nvSpPr>
        <p:spPr>
          <a:xfrm>
            <a:off x="8776895" y="2578418"/>
            <a:ext cx="124610"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A</a:t>
            </a:r>
          </a:p>
        </p:txBody>
      </p:sp>
      <p:sp>
        <p:nvSpPr>
          <p:cNvPr id="38" name="TextBox 38"/>
          <p:cNvSpPr txBox="1"/>
          <p:nvPr/>
        </p:nvSpPr>
        <p:spPr>
          <a:xfrm>
            <a:off x="10681895" y="2578418"/>
            <a:ext cx="124610"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P</a:t>
            </a:r>
          </a:p>
        </p:txBody>
      </p:sp>
      <p:sp>
        <p:nvSpPr>
          <p:cNvPr id="39" name="Freeform 39"/>
          <p:cNvSpPr/>
          <p:nvPr/>
        </p:nvSpPr>
        <p:spPr>
          <a:xfrm>
            <a:off x="7848600" y="2400300"/>
            <a:ext cx="1981200" cy="1200150"/>
          </a:xfrm>
          <a:custGeom>
            <a:avLst/>
            <a:gdLst/>
            <a:ahLst/>
            <a:cxnLst/>
            <a:rect l="l" t="t" r="r" b="b"/>
            <a:pathLst>
              <a:path w="1981200" h="1200150">
                <a:moveTo>
                  <a:pt x="990600" y="0"/>
                </a:moveTo>
                <a:lnTo>
                  <a:pt x="990600" y="1200150"/>
                </a:lnTo>
                <a:moveTo>
                  <a:pt x="990600" y="1200150"/>
                </a:moveTo>
                <a:lnTo>
                  <a:pt x="0" y="1200150"/>
                </a:lnTo>
                <a:moveTo>
                  <a:pt x="990600" y="1200150"/>
                </a:moveTo>
                <a:lnTo>
                  <a:pt x="1981200" y="1200150"/>
                </a:lnTo>
              </a:path>
            </a:pathLst>
          </a:custGeom>
          <a:noFill/>
          <a:ln w="19050">
            <a:solidFill>
              <a:srgbClr val="7C83FD"/>
            </a:solidFill>
          </a:ln>
        </p:spPr>
      </p:sp>
      <p:sp>
        <p:nvSpPr>
          <p:cNvPr id="40" name="Rectangle 40"/>
          <p:cNvSpPr/>
          <p:nvPr/>
        </p:nvSpPr>
        <p:spPr>
          <a:xfrm>
            <a:off x="7029450" y="3600450"/>
            <a:ext cx="1638300" cy="685800"/>
          </a:xfrm>
          <a:prstGeom prst="roundRect">
            <a:avLst>
              <a:gd name="adj" fmla="val 11111"/>
            </a:avLst>
          </a:prstGeom>
          <a:solidFill>
            <a:srgbClr val="10243B"/>
          </a:solidFill>
          <a:ln w="19050">
            <a:solidFill>
              <a:srgbClr val="7C83FD"/>
            </a:solidFill>
          </a:ln>
        </p:spPr>
      </p:sp>
      <p:sp>
        <p:nvSpPr>
          <p:cNvPr id="41" name="Rectangle 41"/>
          <p:cNvSpPr/>
          <p:nvPr/>
        </p:nvSpPr>
        <p:spPr>
          <a:xfrm>
            <a:off x="9010650" y="3600450"/>
            <a:ext cx="1638300" cy="685800"/>
          </a:xfrm>
          <a:prstGeom prst="roundRect">
            <a:avLst>
              <a:gd name="adj" fmla="val 11111"/>
            </a:avLst>
          </a:prstGeom>
          <a:solidFill>
            <a:srgbClr val="10243B"/>
          </a:solidFill>
          <a:ln w="19050">
            <a:solidFill>
              <a:srgbClr val="7C83FD"/>
            </a:solidFill>
          </a:ln>
        </p:spPr>
      </p:sp>
      <p:sp>
        <p:nvSpPr>
          <p:cNvPr id="42" name="TextBox 42"/>
          <p:cNvSpPr txBox="1"/>
          <p:nvPr/>
        </p:nvSpPr>
        <p:spPr>
          <a:xfrm>
            <a:off x="7712240" y="3834765"/>
            <a:ext cx="272720" cy="352044"/>
          </a:xfrm>
          <a:prstGeom prst="rect">
            <a:avLst/>
          </a:prstGeom>
          <a:noFill/>
          <a:ln>
            <a:noFill/>
          </a:ln>
        </p:spPr>
        <p:txBody>
          <a:bodyPr wrap="none" lIns="0" tIns="0" rIns="0" bIns="0" anchor="t" anchorCtr="0">
            <a:spAutoFit/>
          </a:bodyPr>
          <a:lstStyle/>
          <a:p>
            <a:pPr algn="ctr"/>
            <a:r>
              <a:rPr lang="zh-CN" sz="1800" b="1" dirty="0">
                <a:solidFill>
                  <a:srgbClr val="EAF2FF"/>
                </a:solidFill>
                <a:latin typeface="Arial"/>
                <a:ea typeface="Microsoft YaHei"/>
                <a:cs typeface="Arial"/>
              </a:rPr>
              <a:t>中</a:t>
            </a:r>
          </a:p>
        </p:txBody>
      </p:sp>
      <p:sp>
        <p:nvSpPr>
          <p:cNvPr id="43" name="TextBox 43"/>
          <p:cNvSpPr txBox="1"/>
          <p:nvPr/>
        </p:nvSpPr>
        <p:spPr>
          <a:xfrm>
            <a:off x="9712048" y="3883342"/>
            <a:ext cx="235504" cy="264033"/>
          </a:xfrm>
          <a:prstGeom prst="rect">
            <a:avLst/>
          </a:prstGeom>
          <a:noFill/>
          <a:ln>
            <a:noFill/>
          </a:ln>
        </p:spPr>
        <p:txBody>
          <a:bodyPr wrap="none" lIns="0" tIns="0" rIns="0" bIns="0" anchor="t" anchorCtr="0">
            <a:spAutoFit/>
          </a:bodyPr>
          <a:lstStyle/>
          <a:p>
            <a:pPr algn="ctr"/>
            <a:r>
              <a:rPr lang="en-US" sz="1350" b="1" dirty="0">
                <a:solidFill>
                  <a:srgbClr val="EAF2FF"/>
                </a:solidFill>
                <a:latin typeface="Arial"/>
                <a:ea typeface="Arial"/>
                <a:cs typeface="Arial"/>
              </a:rPr>
              <a:t>EN</a:t>
            </a:r>
          </a:p>
        </p:txBody>
      </p:sp>
      <p:sp>
        <p:nvSpPr>
          <p:cNvPr id="44" name="Freeform 44"/>
          <p:cNvSpPr/>
          <p:nvPr/>
        </p:nvSpPr>
        <p:spPr>
          <a:xfrm>
            <a:off x="7848600" y="2400300"/>
            <a:ext cx="2895600" cy="2438400"/>
          </a:xfrm>
          <a:custGeom>
            <a:avLst/>
            <a:gdLst/>
            <a:ahLst/>
            <a:cxnLst/>
            <a:rect l="l" t="t" r="r" b="b"/>
            <a:pathLst>
              <a:path w="2895600" h="2438400">
                <a:moveTo>
                  <a:pt x="0" y="1885950"/>
                </a:moveTo>
                <a:lnTo>
                  <a:pt x="0" y="2438400"/>
                </a:lnTo>
                <a:lnTo>
                  <a:pt x="2895600" y="2438400"/>
                </a:lnTo>
                <a:lnTo>
                  <a:pt x="2895600" y="0"/>
                </a:lnTo>
              </a:path>
            </a:pathLst>
          </a:custGeom>
          <a:noFill/>
          <a:ln w="19050">
            <a:solidFill>
              <a:srgbClr val="23415E"/>
            </a:solidFill>
            <a:custDash>
              <a:ds d="400000" sp="400000"/>
            </a:custDash>
          </a:ln>
        </p:spPr>
      </p:sp>
      <p:sp>
        <p:nvSpPr>
          <p:cNvPr id="45" name="Freeform 45"/>
          <p:cNvSpPr/>
          <p:nvPr/>
        </p:nvSpPr>
        <p:spPr>
          <a:xfrm>
            <a:off x="9829800" y="4286250"/>
            <a:ext cx="9525" cy="552450"/>
          </a:xfrm>
          <a:custGeom>
            <a:avLst/>
            <a:gdLst/>
            <a:ahLst/>
            <a:cxnLst/>
            <a:rect l="l" t="t" r="r" b="b"/>
            <a:pathLst>
              <a:path w="9525" h="552450">
                <a:moveTo>
                  <a:pt x="0" y="0"/>
                </a:moveTo>
                <a:lnTo>
                  <a:pt x="0" y="552450"/>
                </a:lnTo>
              </a:path>
            </a:pathLst>
          </a:custGeom>
          <a:noFill/>
          <a:ln w="19050">
            <a:solidFill>
              <a:srgbClr val="23415E"/>
            </a:solidFill>
            <a:custDash>
              <a:ds d="400000" sp="400000"/>
            </a:custDash>
          </a:ln>
        </p:spPr>
      </p:sp>
      <p:sp>
        <p:nvSpPr>
          <p:cNvPr id="46" name="TextBox 46"/>
          <p:cNvSpPr txBox="1"/>
          <p:nvPr/>
        </p:nvSpPr>
        <p:spPr>
          <a:xfrm>
            <a:off x="8088676" y="5063490"/>
            <a:ext cx="2263049" cy="352044"/>
          </a:xfrm>
          <a:prstGeom prst="rect">
            <a:avLst/>
          </a:prstGeom>
          <a:noFill/>
          <a:ln>
            <a:noFill/>
          </a:ln>
        </p:spPr>
        <p:txBody>
          <a:bodyPr wrap="none" lIns="0" tIns="0" rIns="0" bIns="0" anchor="t" anchorCtr="0">
            <a:spAutoFit/>
          </a:bodyPr>
          <a:lstStyle/>
          <a:p>
            <a:pPr algn="ctr"/>
            <a:r>
              <a:rPr lang="en-US" sz="1800" b="1" dirty="0">
                <a:solidFill>
                  <a:srgbClr val="33D1FF"/>
                </a:solidFill>
                <a:latin typeface="Arial"/>
                <a:ea typeface="Arial"/>
                <a:cs typeface="Arial"/>
              </a:rPr>
              <a:t>ONE FORMAL PATH</a:t>
            </a:r>
          </a:p>
        </p:txBody>
      </p:sp>
      <p:sp>
        <p:nvSpPr>
          <p:cNvPr id="47" name="TextBox 47"/>
          <p:cNvSpPr txBox="1"/>
          <p:nvPr/>
        </p:nvSpPr>
        <p:spPr>
          <a:xfrm>
            <a:off x="564642" y="6331268"/>
            <a:ext cx="652976"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Consolas"/>
                <a:ea typeface="Consolas"/>
                <a:cs typeface="Consolas"/>
              </a:rPr>
              <a:t>01 / 05</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7C83FD">
                  <a:alpha val="14000"/>
                </a:srgbClr>
              </a:gs>
              <a:gs pos="100000">
                <a:srgbClr val="7C83FD">
                  <a:alpha val="0"/>
                </a:srgbClr>
              </a:gs>
            </a:gsLst>
            <a:path path="circle">
              <a:fillToRect l="50000" t="50000" r="50000" b="50000"/>
            </a:path>
          </a:gradFill>
          <a:ln>
            <a:noFill/>
          </a:ln>
        </p:spPr>
      </p:sp>
      <p:sp>
        <p:nvSpPr>
          <p:cNvPr id="3" name="Freeform 3"/>
          <p:cNvSpPr/>
          <p:nvPr/>
        </p:nvSpPr>
        <p:spPr>
          <a:xfrm>
            <a:off x="571500" y="1219200"/>
            <a:ext cx="11049000" cy="9525"/>
          </a:xfrm>
          <a:custGeom>
            <a:avLst/>
            <a:gdLst/>
            <a:ahLst/>
            <a:cxnLst/>
            <a:rect l="l" t="t" r="r" b="b"/>
            <a:pathLst>
              <a:path w="11049000" h="9525">
                <a:moveTo>
                  <a:pt x="0" y="0"/>
                </a:moveTo>
                <a:lnTo>
                  <a:pt x="11049000" y="0"/>
                </a:lnTo>
              </a:path>
            </a:pathLst>
          </a:custGeom>
          <a:noFill/>
          <a:ln w="19050">
            <a:solidFill>
              <a:srgbClr val="23415E"/>
            </a:solidFill>
          </a:ln>
        </p:spPr>
      </p:sp>
      <p:sp>
        <p:nvSpPr>
          <p:cNvPr id="4" name="TextBox 4"/>
          <p:cNvSpPr txBox="1"/>
          <p:nvPr/>
        </p:nvSpPr>
        <p:spPr>
          <a:xfrm>
            <a:off x="564642" y="482918"/>
            <a:ext cx="2185667" cy="264033"/>
          </a:xfrm>
          <a:prstGeom prst="rect">
            <a:avLst/>
          </a:prstGeom>
          <a:noFill/>
          <a:ln>
            <a:noFill/>
          </a:ln>
        </p:spPr>
        <p:txBody>
          <a:bodyPr wrap="none" lIns="0" tIns="0" rIns="0" bIns="0" anchor="t" anchorCtr="0">
            <a:spAutoFit/>
          </a:bodyPr>
          <a:lstStyle/>
          <a:p>
            <a:pPr algn="l"/>
            <a:r>
              <a:rPr lang="en-US" sz="1350" b="1" spc="225" dirty="0">
                <a:solidFill>
                  <a:srgbClr val="33D1FF"/>
                </a:solidFill>
                <a:latin typeface="Consolas"/>
                <a:ea typeface="Consolas"/>
                <a:cs typeface="Consolas"/>
              </a:rPr>
              <a:t>OWNERSHIP MODEL</a:t>
            </a:r>
          </a:p>
        </p:txBody>
      </p:sp>
      <p:sp>
        <p:nvSpPr>
          <p:cNvPr id="5" name="TextBox 5"/>
          <p:cNvSpPr txBox="1"/>
          <p:nvPr/>
        </p:nvSpPr>
        <p:spPr>
          <a:xfrm>
            <a:off x="552450" y="613410"/>
            <a:ext cx="8481861" cy="819150"/>
          </a:xfrm>
          <a:prstGeom prst="rect">
            <a:avLst/>
          </a:prstGeom>
          <a:noFill/>
          <a:ln>
            <a:noFill/>
          </a:ln>
        </p:spPr>
        <p:txBody>
          <a:bodyPr wrap="none" lIns="0" tIns="0" rIns="0" bIns="0" anchor="t" anchorCtr="0">
            <a:spAutoFit/>
          </a:bodyPr>
          <a:lstStyle/>
          <a:p>
            <a:pPr algn="l"/>
            <a:r>
              <a:rPr lang="en-US" sz="4200" b="1" dirty="0">
                <a:solidFill>
                  <a:srgbClr val="EAF2FF"/>
                </a:solidFill>
                <a:latin typeface="Arial"/>
                <a:ea typeface="Arial"/>
                <a:cs typeface="Arial"/>
              </a:rPr>
              <a:t>Not a Web Page in PowerPoint</a:t>
            </a:r>
          </a:p>
        </p:txBody>
      </p:sp>
      <p:sp>
        <p:nvSpPr>
          <p:cNvPr id="6" name="TextBox 6"/>
          <p:cNvSpPr txBox="1"/>
          <p:nvPr/>
        </p:nvSpPr>
        <p:spPr>
          <a:xfrm>
            <a:off x="10974382" y="521018"/>
            <a:ext cx="652976" cy="264033"/>
          </a:xfrm>
          <a:prstGeom prst="rect">
            <a:avLst/>
          </a:prstGeom>
          <a:noFill/>
          <a:ln>
            <a:noFill/>
          </a:ln>
        </p:spPr>
        <p:txBody>
          <a:bodyPr wrap="none" lIns="0" tIns="0" rIns="0" bIns="0" anchor="t" anchorCtr="0">
            <a:spAutoFit/>
          </a:bodyPr>
          <a:lstStyle/>
          <a:p>
            <a:pPr algn="r"/>
            <a:r>
              <a:rPr lang="en-US" sz="1350" b="1" dirty="0">
                <a:solidFill>
                  <a:srgbClr val="7890AA"/>
                </a:solidFill>
                <a:latin typeface="Consolas"/>
                <a:ea typeface="Consolas"/>
                <a:cs typeface="Consolas"/>
              </a:rPr>
              <a:t>02 / 05</a:t>
            </a:r>
          </a:p>
        </p:txBody>
      </p:sp>
      <p:sp>
        <p:nvSpPr>
          <p:cNvPr id="7" name="Rectangle 7"/>
          <p:cNvSpPr/>
          <p:nvPr/>
        </p:nvSpPr>
        <p:spPr>
          <a:xfrm>
            <a:off x="571500" y="1562100"/>
            <a:ext cx="3429000" cy="3276600"/>
          </a:xfrm>
          <a:prstGeom prst="roundRect">
            <a:avLst>
              <a:gd name="adj" fmla="val 2326"/>
            </a:avLst>
          </a:prstGeom>
          <a:solidFill>
            <a:srgbClr val="10243B"/>
          </a:solidFill>
          <a:ln w="19050">
            <a:solidFill>
              <a:srgbClr val="33D1FF"/>
            </a:solidFill>
          </a:ln>
        </p:spPr>
      </p:sp>
      <p:sp>
        <p:nvSpPr>
          <p:cNvPr id="8" name="Rectangle 8"/>
          <p:cNvSpPr/>
          <p:nvPr/>
        </p:nvSpPr>
        <p:spPr>
          <a:xfrm>
            <a:off x="571500" y="1562100"/>
            <a:ext cx="76200" cy="3276600"/>
          </a:xfrm>
          <a:prstGeom prst="roundRect">
            <a:avLst>
              <a:gd name="adj" fmla="val 50000"/>
            </a:avLst>
          </a:prstGeom>
          <a:solidFill>
            <a:srgbClr val="33D1FF"/>
          </a:solidFill>
          <a:ln>
            <a:noFill/>
          </a:ln>
        </p:spPr>
      </p:sp>
      <p:grpSp>
        <p:nvGrpSpPr>
          <p:cNvPr id="11" name="Group 11"/>
          <p:cNvGrpSpPr/>
          <p:nvPr/>
        </p:nvGrpSpPr>
        <p:grpSpPr>
          <a:xfrm>
            <a:off x="938213" y="1949450"/>
            <a:ext cx="371475" cy="330201"/>
            <a:chOff x="938213" y="1949450"/>
            <a:chExt cx="371475" cy="330201"/>
          </a:xfrm>
        </p:grpSpPr>
        <p:sp>
          <p:nvSpPr>
            <p:cNvPr id="9" name="Freeform 9"/>
            <p:cNvSpPr/>
            <p:nvPr/>
          </p:nvSpPr>
          <p:spPr>
            <a:xfrm>
              <a:off x="938213" y="1949450"/>
              <a:ext cx="82550" cy="330201"/>
            </a:xfrm>
            <a:custGeom>
              <a:avLst/>
              <a:gdLst/>
              <a:ahLst/>
              <a:cxnLst/>
              <a:rect l="l" t="t" r="r" b="b"/>
              <a:pathLst>
                <a:path w="82550" h="330201">
                  <a:moveTo>
                    <a:pt x="82550" y="0"/>
                  </a:moveTo>
                  <a:cubicBezTo>
                    <a:pt x="59755" y="0"/>
                    <a:pt x="41275" y="18479"/>
                    <a:pt x="41275" y="41275"/>
                  </a:cubicBezTo>
                  <a:lnTo>
                    <a:pt x="41275" y="103188"/>
                  </a:lnTo>
                  <a:cubicBezTo>
                    <a:pt x="41275" y="137381"/>
                    <a:pt x="22796" y="165100"/>
                    <a:pt x="0" y="165100"/>
                  </a:cubicBezTo>
                  <a:cubicBezTo>
                    <a:pt x="22796" y="165100"/>
                    <a:pt x="41275" y="192819"/>
                    <a:pt x="41275" y="227013"/>
                  </a:cubicBezTo>
                  <a:lnTo>
                    <a:pt x="41275" y="288925"/>
                  </a:lnTo>
                  <a:cubicBezTo>
                    <a:pt x="41275" y="311721"/>
                    <a:pt x="59755" y="330201"/>
                    <a:pt x="82550" y="330201"/>
                  </a:cubicBezTo>
                </a:path>
              </a:pathLst>
            </a:custGeom>
            <a:noFill/>
            <a:ln w="19050">
              <a:solidFill>
                <a:srgbClr val="33D1FF"/>
              </a:solidFill>
            </a:ln>
          </p:spPr>
        </p:sp>
        <p:sp>
          <p:nvSpPr>
            <p:cNvPr id="10" name="Freeform 10"/>
            <p:cNvSpPr/>
            <p:nvPr/>
          </p:nvSpPr>
          <p:spPr>
            <a:xfrm>
              <a:off x="1227138" y="1949450"/>
              <a:ext cx="82550" cy="330201"/>
            </a:xfrm>
            <a:custGeom>
              <a:avLst/>
              <a:gdLst/>
              <a:ahLst/>
              <a:cxnLst/>
              <a:rect l="l" t="t" r="r" b="b"/>
              <a:pathLst>
                <a:path w="82550" h="330201">
                  <a:moveTo>
                    <a:pt x="0" y="0"/>
                  </a:moveTo>
                  <a:cubicBezTo>
                    <a:pt x="22796" y="0"/>
                    <a:pt x="41275" y="18479"/>
                    <a:pt x="41275" y="41275"/>
                  </a:cubicBezTo>
                  <a:lnTo>
                    <a:pt x="41275" y="103188"/>
                  </a:lnTo>
                  <a:cubicBezTo>
                    <a:pt x="41275" y="137381"/>
                    <a:pt x="59755" y="165100"/>
                    <a:pt x="82550" y="165100"/>
                  </a:cubicBezTo>
                  <a:cubicBezTo>
                    <a:pt x="59755" y="165100"/>
                    <a:pt x="41275" y="192819"/>
                    <a:pt x="41275" y="227013"/>
                  </a:cubicBezTo>
                  <a:lnTo>
                    <a:pt x="41275" y="288925"/>
                  </a:lnTo>
                  <a:cubicBezTo>
                    <a:pt x="41275" y="311721"/>
                    <a:pt x="22796" y="330201"/>
                    <a:pt x="0" y="330201"/>
                  </a:cubicBezTo>
                </a:path>
              </a:pathLst>
            </a:custGeom>
            <a:noFill/>
            <a:ln w="19050">
              <a:solidFill>
                <a:srgbClr val="33D1FF"/>
              </a:solidFill>
            </a:ln>
          </p:spPr>
        </p:sp>
      </p:grpSp>
      <p:sp>
        <p:nvSpPr>
          <p:cNvPr id="12" name="TextBox 12"/>
          <p:cNvSpPr txBox="1"/>
          <p:nvPr/>
        </p:nvSpPr>
        <p:spPr>
          <a:xfrm>
            <a:off x="862584" y="2413635"/>
            <a:ext cx="2481302" cy="528066"/>
          </a:xfrm>
          <a:prstGeom prst="rect">
            <a:avLst/>
          </a:prstGeom>
          <a:noFill/>
          <a:ln>
            <a:noFill/>
          </a:ln>
        </p:spPr>
        <p:txBody>
          <a:bodyPr wrap="none" lIns="0" tIns="0" rIns="0" bIns="0" anchor="t" anchorCtr="0">
            <a:spAutoFit/>
          </a:bodyPr>
          <a:lstStyle/>
          <a:p>
            <a:pPr algn="l"/>
            <a:r>
              <a:rPr lang="en-US" sz="2700" b="1" dirty="0">
                <a:solidFill>
                  <a:srgbClr val="EAF2FF"/>
                </a:solidFill>
                <a:latin typeface="Arial"/>
                <a:ea typeface="Arial"/>
                <a:cs typeface="Arial"/>
              </a:rPr>
              <a:t>Humanize PPT</a:t>
            </a:r>
          </a:p>
        </p:txBody>
      </p:sp>
      <p:sp>
        <p:nvSpPr>
          <p:cNvPr id="13" name="TextBox 13"/>
          <p:cNvSpPr txBox="1"/>
          <p:nvPr/>
        </p:nvSpPr>
        <p:spPr>
          <a:xfrm>
            <a:off x="869442" y="2978468"/>
            <a:ext cx="2138302" cy="264033"/>
          </a:xfrm>
          <a:prstGeom prst="rect">
            <a:avLst/>
          </a:prstGeom>
          <a:noFill/>
          <a:ln>
            <a:noFill/>
          </a:ln>
        </p:spPr>
        <p:txBody>
          <a:bodyPr wrap="none" lIns="0" tIns="0" rIns="0" bIns="0" anchor="t" anchorCtr="0">
            <a:spAutoFit/>
          </a:bodyPr>
          <a:lstStyle/>
          <a:p>
            <a:pPr algn="l"/>
            <a:r>
              <a:rPr lang="en-US" sz="1350" b="1" spc="150" dirty="0">
                <a:solidFill>
                  <a:srgbClr val="33D1FF"/>
                </a:solidFill>
                <a:latin typeface="Consolas"/>
                <a:ea typeface="Consolas"/>
                <a:cs typeface="Consolas"/>
              </a:rPr>
              <a:t>CONTENT CONTRACT</a:t>
            </a:r>
          </a:p>
        </p:txBody>
      </p:sp>
      <p:sp>
        <p:nvSpPr>
          <p:cNvPr id="14" name="TextBox 14"/>
          <p:cNvSpPr txBox="1"/>
          <p:nvPr/>
        </p:nvSpPr>
        <p:spPr>
          <a:xfrm>
            <a:off x="867156" y="3406140"/>
            <a:ext cx="2715608"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Audience and narrative</a:t>
            </a:r>
          </a:p>
        </p:txBody>
      </p:sp>
      <p:sp>
        <p:nvSpPr>
          <p:cNvPr id="15" name="TextBox 15"/>
          <p:cNvSpPr txBox="1"/>
          <p:nvPr/>
        </p:nvSpPr>
        <p:spPr>
          <a:xfrm>
            <a:off x="867156" y="3787140"/>
            <a:ext cx="2594490"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Slide intent and notes</a:t>
            </a:r>
          </a:p>
        </p:txBody>
      </p:sp>
      <p:sp>
        <p:nvSpPr>
          <p:cNvPr id="16" name="TextBox 16"/>
          <p:cNvSpPr txBox="1"/>
          <p:nvPr/>
        </p:nvSpPr>
        <p:spPr>
          <a:xfrm>
            <a:off x="869442" y="4369118"/>
            <a:ext cx="1975811"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Arial"/>
                <a:ea typeface="Arial"/>
                <a:cs typeface="Arial"/>
              </a:rPr>
              <a:t>Why each slide exists</a:t>
            </a:r>
          </a:p>
        </p:txBody>
      </p:sp>
      <p:sp>
        <p:nvSpPr>
          <p:cNvPr id="17" name="Rectangle 17"/>
          <p:cNvSpPr/>
          <p:nvPr/>
        </p:nvSpPr>
        <p:spPr>
          <a:xfrm>
            <a:off x="4381500" y="1562100"/>
            <a:ext cx="3429000" cy="3276600"/>
          </a:xfrm>
          <a:prstGeom prst="roundRect">
            <a:avLst>
              <a:gd name="adj" fmla="val 2326"/>
            </a:avLst>
          </a:prstGeom>
          <a:solidFill>
            <a:srgbClr val="10243B"/>
          </a:solidFill>
          <a:ln w="19050">
            <a:solidFill>
              <a:srgbClr val="7C83FD"/>
            </a:solidFill>
          </a:ln>
        </p:spPr>
      </p:sp>
      <p:sp>
        <p:nvSpPr>
          <p:cNvPr id="18" name="Rectangle 18"/>
          <p:cNvSpPr/>
          <p:nvPr/>
        </p:nvSpPr>
        <p:spPr>
          <a:xfrm>
            <a:off x="4381500" y="1562100"/>
            <a:ext cx="76200" cy="3276600"/>
          </a:xfrm>
          <a:prstGeom prst="roundRect">
            <a:avLst>
              <a:gd name="adj" fmla="val 50000"/>
            </a:avLst>
          </a:prstGeom>
          <a:solidFill>
            <a:srgbClr val="7C83FD"/>
          </a:solidFill>
          <a:ln>
            <a:noFill/>
          </a:ln>
        </p:spPr>
      </p:sp>
      <p:grpSp>
        <p:nvGrpSpPr>
          <p:cNvPr id="24" name="Group 24"/>
          <p:cNvGrpSpPr/>
          <p:nvPr/>
        </p:nvGrpSpPr>
        <p:grpSpPr>
          <a:xfrm>
            <a:off x="4748213" y="1928813"/>
            <a:ext cx="371475" cy="371475"/>
            <a:chOff x="4748213" y="1928813"/>
            <a:chExt cx="371475" cy="371475"/>
          </a:xfrm>
        </p:grpSpPr>
        <p:sp>
          <p:nvSpPr>
            <p:cNvPr id="19" name="Freeform 19"/>
            <p:cNvSpPr/>
            <p:nvPr/>
          </p:nvSpPr>
          <p:spPr>
            <a:xfrm>
              <a:off x="4892675" y="1928813"/>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7C83FD"/>
              </a:solidFill>
            </a:ln>
          </p:spPr>
        </p:sp>
        <p:sp>
          <p:nvSpPr>
            <p:cNvPr id="20" name="Freeform 20"/>
            <p:cNvSpPr/>
            <p:nvPr/>
          </p:nvSpPr>
          <p:spPr>
            <a:xfrm>
              <a:off x="4748213" y="2217738"/>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7C83FD"/>
              </a:solidFill>
            </a:ln>
          </p:spPr>
        </p:sp>
        <p:sp>
          <p:nvSpPr>
            <p:cNvPr id="21" name="Freeform 21"/>
            <p:cNvSpPr/>
            <p:nvPr/>
          </p:nvSpPr>
          <p:spPr>
            <a:xfrm>
              <a:off x="5037138" y="2217738"/>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7C83FD"/>
              </a:solidFill>
            </a:ln>
          </p:spPr>
        </p:sp>
        <p:sp>
          <p:nvSpPr>
            <p:cNvPr id="22" name="Freeform 22"/>
            <p:cNvSpPr/>
            <p:nvPr/>
          </p:nvSpPr>
          <p:spPr>
            <a:xfrm>
              <a:off x="4820444" y="2135188"/>
              <a:ext cx="227013" cy="92869"/>
            </a:xfrm>
            <a:custGeom>
              <a:avLst/>
              <a:gdLst/>
              <a:ahLst/>
              <a:cxnLst/>
              <a:rect l="l" t="t" r="r" b="b"/>
              <a:pathLst>
                <a:path w="227013" h="92869">
                  <a:moveTo>
                    <a:pt x="0" y="92869"/>
                  </a:moveTo>
                  <a:lnTo>
                    <a:pt x="113506" y="0"/>
                  </a:lnTo>
                  <a:lnTo>
                    <a:pt x="227013" y="92869"/>
                  </a:lnTo>
                </a:path>
              </a:pathLst>
            </a:custGeom>
            <a:noFill/>
            <a:ln w="19050">
              <a:solidFill>
                <a:srgbClr val="7C83FD"/>
              </a:solidFill>
            </a:ln>
          </p:spPr>
        </p:sp>
        <p:sp>
          <p:nvSpPr>
            <p:cNvPr id="23" name="Freeform 23"/>
            <p:cNvSpPr/>
            <p:nvPr/>
          </p:nvSpPr>
          <p:spPr>
            <a:xfrm>
              <a:off x="4933950" y="2011363"/>
              <a:ext cx="9525" cy="123825"/>
            </a:xfrm>
            <a:custGeom>
              <a:avLst/>
              <a:gdLst/>
              <a:ahLst/>
              <a:cxnLst/>
              <a:rect l="l" t="t" r="r" b="b"/>
              <a:pathLst>
                <a:path w="9525" h="123825">
                  <a:moveTo>
                    <a:pt x="0" y="0"/>
                  </a:moveTo>
                  <a:lnTo>
                    <a:pt x="0" y="123825"/>
                  </a:lnTo>
                </a:path>
              </a:pathLst>
            </a:custGeom>
            <a:noFill/>
            <a:ln w="19050">
              <a:solidFill>
                <a:srgbClr val="7C83FD"/>
              </a:solidFill>
            </a:ln>
          </p:spPr>
        </p:sp>
      </p:grpSp>
      <p:sp>
        <p:nvSpPr>
          <p:cNvPr id="25" name="TextBox 25"/>
          <p:cNvSpPr txBox="1"/>
          <p:nvPr/>
        </p:nvSpPr>
        <p:spPr>
          <a:xfrm>
            <a:off x="4672584" y="2413635"/>
            <a:ext cx="2159739" cy="528066"/>
          </a:xfrm>
          <a:prstGeom prst="rect">
            <a:avLst/>
          </a:prstGeom>
          <a:noFill/>
          <a:ln>
            <a:noFill/>
          </a:ln>
        </p:spPr>
        <p:txBody>
          <a:bodyPr wrap="none" lIns="0" tIns="0" rIns="0" bIns="0" anchor="t" anchorCtr="0">
            <a:spAutoFit/>
          </a:bodyPr>
          <a:lstStyle/>
          <a:p>
            <a:pPr algn="l"/>
            <a:r>
              <a:rPr lang="en-US" sz="2700" b="1" dirty="0">
                <a:solidFill>
                  <a:srgbClr val="EAF2FF"/>
                </a:solidFill>
                <a:latin typeface="Arial"/>
                <a:ea typeface="Arial"/>
                <a:cs typeface="Arial"/>
              </a:rPr>
              <a:t>PPT Master</a:t>
            </a:r>
          </a:p>
        </p:txBody>
      </p:sp>
      <p:sp>
        <p:nvSpPr>
          <p:cNvPr id="26" name="TextBox 26"/>
          <p:cNvSpPr txBox="1"/>
          <p:nvPr/>
        </p:nvSpPr>
        <p:spPr>
          <a:xfrm>
            <a:off x="4679442" y="2978468"/>
            <a:ext cx="1875015" cy="264033"/>
          </a:xfrm>
          <a:prstGeom prst="rect">
            <a:avLst/>
          </a:prstGeom>
          <a:noFill/>
          <a:ln>
            <a:noFill/>
          </a:ln>
        </p:spPr>
        <p:txBody>
          <a:bodyPr wrap="none" lIns="0" tIns="0" rIns="0" bIns="0" anchor="t" anchorCtr="0">
            <a:spAutoFit/>
          </a:bodyPr>
          <a:lstStyle/>
          <a:p>
            <a:pPr algn="l"/>
            <a:r>
              <a:rPr lang="en-US" sz="1350" b="1" spc="150" dirty="0">
                <a:solidFill>
                  <a:srgbClr val="7C83FD"/>
                </a:solidFill>
                <a:latin typeface="Consolas"/>
                <a:ea typeface="Consolas"/>
                <a:cs typeface="Consolas"/>
              </a:rPr>
              <a:t>NATIVE RENDERER</a:t>
            </a:r>
          </a:p>
        </p:txBody>
      </p:sp>
      <p:sp>
        <p:nvSpPr>
          <p:cNvPr id="27" name="TextBox 27"/>
          <p:cNvSpPr txBox="1"/>
          <p:nvPr/>
        </p:nvSpPr>
        <p:spPr>
          <a:xfrm>
            <a:off x="4677156" y="3406140"/>
            <a:ext cx="2594610"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Visual system and SVG</a:t>
            </a:r>
          </a:p>
        </p:txBody>
      </p:sp>
      <p:sp>
        <p:nvSpPr>
          <p:cNvPr id="28" name="TextBox 28"/>
          <p:cNvSpPr txBox="1"/>
          <p:nvPr/>
        </p:nvSpPr>
        <p:spPr>
          <a:xfrm>
            <a:off x="4677156" y="3787140"/>
            <a:ext cx="2623299"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DrawingML and export</a:t>
            </a:r>
          </a:p>
        </p:txBody>
      </p:sp>
      <p:sp>
        <p:nvSpPr>
          <p:cNvPr id="29" name="TextBox 29"/>
          <p:cNvSpPr txBox="1"/>
          <p:nvPr/>
        </p:nvSpPr>
        <p:spPr>
          <a:xfrm>
            <a:off x="4679442" y="4369118"/>
            <a:ext cx="2424577"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Arial"/>
                <a:ea typeface="Arial"/>
                <a:cs typeface="Arial"/>
              </a:rPr>
              <a:t>How pages become objects</a:t>
            </a:r>
          </a:p>
        </p:txBody>
      </p:sp>
      <p:sp>
        <p:nvSpPr>
          <p:cNvPr id="30" name="Rectangle 30"/>
          <p:cNvSpPr/>
          <p:nvPr/>
        </p:nvSpPr>
        <p:spPr>
          <a:xfrm>
            <a:off x="8191500" y="1562100"/>
            <a:ext cx="3429000" cy="3276600"/>
          </a:xfrm>
          <a:prstGeom prst="roundRect">
            <a:avLst>
              <a:gd name="adj" fmla="val 2326"/>
            </a:avLst>
          </a:prstGeom>
          <a:solidFill>
            <a:srgbClr val="10243B"/>
          </a:solidFill>
          <a:ln w="19050">
            <a:solidFill>
              <a:srgbClr val="FFB347"/>
            </a:solidFill>
          </a:ln>
        </p:spPr>
      </p:sp>
      <p:sp>
        <p:nvSpPr>
          <p:cNvPr id="31" name="Rectangle 31"/>
          <p:cNvSpPr/>
          <p:nvPr/>
        </p:nvSpPr>
        <p:spPr>
          <a:xfrm>
            <a:off x="8191500" y="1562100"/>
            <a:ext cx="76200" cy="3276600"/>
          </a:xfrm>
          <a:prstGeom prst="roundRect">
            <a:avLst>
              <a:gd name="adj" fmla="val 50000"/>
            </a:avLst>
          </a:prstGeom>
          <a:solidFill>
            <a:srgbClr val="FFB347"/>
          </a:solidFill>
          <a:ln>
            <a:noFill/>
          </a:ln>
        </p:spPr>
      </p:sp>
      <p:grpSp>
        <p:nvGrpSpPr>
          <p:cNvPr id="37" name="Group 37"/>
          <p:cNvGrpSpPr/>
          <p:nvPr/>
        </p:nvGrpSpPr>
        <p:grpSpPr>
          <a:xfrm>
            <a:off x="8558213" y="1949450"/>
            <a:ext cx="371476" cy="339726"/>
            <a:chOff x="8558213" y="1949450"/>
            <a:chExt cx="371476" cy="339726"/>
          </a:xfrm>
        </p:grpSpPr>
        <p:sp>
          <p:nvSpPr>
            <p:cNvPr id="32" name="Freeform 32"/>
            <p:cNvSpPr/>
            <p:nvPr/>
          </p:nvSpPr>
          <p:spPr>
            <a:xfrm>
              <a:off x="8558213" y="1949450"/>
              <a:ext cx="371476" cy="9525"/>
            </a:xfrm>
            <a:custGeom>
              <a:avLst/>
              <a:gdLst/>
              <a:ahLst/>
              <a:cxnLst/>
              <a:rect l="l" t="t" r="r" b="b"/>
              <a:pathLst>
                <a:path w="371476" h="9525">
                  <a:moveTo>
                    <a:pt x="0" y="0"/>
                  </a:moveTo>
                  <a:lnTo>
                    <a:pt x="371476" y="0"/>
                  </a:lnTo>
                </a:path>
              </a:pathLst>
            </a:custGeom>
            <a:noFill/>
            <a:ln w="19050">
              <a:solidFill>
                <a:srgbClr val="FFB347"/>
              </a:solidFill>
            </a:ln>
          </p:spPr>
        </p:sp>
        <p:sp>
          <p:nvSpPr>
            <p:cNvPr id="33" name="Freeform 33"/>
            <p:cNvSpPr/>
            <p:nvPr/>
          </p:nvSpPr>
          <p:spPr>
            <a:xfrm>
              <a:off x="8578850" y="1949450"/>
              <a:ext cx="330201" cy="247650"/>
            </a:xfrm>
            <a:custGeom>
              <a:avLst/>
              <a:gdLst/>
              <a:ahLst/>
              <a:cxnLst/>
              <a:rect l="l" t="t" r="r" b="b"/>
              <a:pathLst>
                <a:path w="330201" h="247650">
                  <a:moveTo>
                    <a:pt x="0" y="0"/>
                  </a:moveTo>
                  <a:lnTo>
                    <a:pt x="0" y="206375"/>
                  </a:lnTo>
                  <a:cubicBezTo>
                    <a:pt x="0" y="229171"/>
                    <a:pt x="18479" y="247650"/>
                    <a:pt x="41275" y="247650"/>
                  </a:cubicBezTo>
                  <a:lnTo>
                    <a:pt x="288925" y="247650"/>
                  </a:lnTo>
                  <a:cubicBezTo>
                    <a:pt x="311721" y="247650"/>
                    <a:pt x="330201" y="229171"/>
                    <a:pt x="330201" y="206375"/>
                  </a:cubicBezTo>
                  <a:lnTo>
                    <a:pt x="330201" y="0"/>
                  </a:lnTo>
                </a:path>
              </a:pathLst>
            </a:custGeom>
            <a:noFill/>
            <a:ln w="19050">
              <a:solidFill>
                <a:srgbClr val="FFB347"/>
              </a:solidFill>
            </a:ln>
          </p:spPr>
        </p:sp>
        <p:sp>
          <p:nvSpPr>
            <p:cNvPr id="34" name="Freeform 34"/>
            <p:cNvSpPr/>
            <p:nvPr/>
          </p:nvSpPr>
          <p:spPr>
            <a:xfrm>
              <a:off x="8743950" y="2197101"/>
              <a:ext cx="9525" cy="82550"/>
            </a:xfrm>
            <a:custGeom>
              <a:avLst/>
              <a:gdLst/>
              <a:ahLst/>
              <a:cxnLst/>
              <a:rect l="l" t="t" r="r" b="b"/>
              <a:pathLst>
                <a:path w="9525" h="82550">
                  <a:moveTo>
                    <a:pt x="0" y="0"/>
                  </a:moveTo>
                  <a:lnTo>
                    <a:pt x="0" y="82550"/>
                  </a:lnTo>
                </a:path>
              </a:pathLst>
            </a:custGeom>
            <a:noFill/>
            <a:ln w="19050">
              <a:solidFill>
                <a:srgbClr val="FFB347"/>
              </a:solidFill>
            </a:ln>
          </p:spPr>
        </p:sp>
        <p:sp>
          <p:nvSpPr>
            <p:cNvPr id="35" name="Freeform 35"/>
            <p:cNvSpPr/>
            <p:nvPr/>
          </p:nvSpPr>
          <p:spPr>
            <a:xfrm>
              <a:off x="8682038" y="2279651"/>
              <a:ext cx="123825" cy="9525"/>
            </a:xfrm>
            <a:custGeom>
              <a:avLst/>
              <a:gdLst/>
              <a:ahLst/>
              <a:cxnLst/>
              <a:rect l="l" t="t" r="r" b="b"/>
              <a:pathLst>
                <a:path w="123825" h="9525">
                  <a:moveTo>
                    <a:pt x="0" y="0"/>
                  </a:moveTo>
                  <a:lnTo>
                    <a:pt x="123825" y="0"/>
                  </a:lnTo>
                </a:path>
              </a:pathLst>
            </a:custGeom>
            <a:noFill/>
            <a:ln w="19050">
              <a:solidFill>
                <a:srgbClr val="FFB347"/>
              </a:solidFill>
            </a:ln>
          </p:spPr>
        </p:sp>
        <p:sp>
          <p:nvSpPr>
            <p:cNvPr id="36" name="Freeform 36"/>
            <p:cNvSpPr/>
            <p:nvPr/>
          </p:nvSpPr>
          <p:spPr>
            <a:xfrm>
              <a:off x="8661400" y="2032000"/>
              <a:ext cx="165100" cy="82550"/>
            </a:xfrm>
            <a:custGeom>
              <a:avLst/>
              <a:gdLst/>
              <a:ahLst/>
              <a:cxnLst/>
              <a:rect l="l" t="t" r="r" b="b"/>
              <a:pathLst>
                <a:path w="165100" h="82550">
                  <a:moveTo>
                    <a:pt x="0" y="82550"/>
                  </a:moveTo>
                  <a:lnTo>
                    <a:pt x="61913" y="20638"/>
                  </a:lnTo>
                  <a:lnTo>
                    <a:pt x="103188" y="61913"/>
                  </a:lnTo>
                  <a:lnTo>
                    <a:pt x="165100" y="0"/>
                  </a:lnTo>
                </a:path>
              </a:pathLst>
            </a:custGeom>
            <a:noFill/>
            <a:ln w="19050">
              <a:solidFill>
                <a:srgbClr val="FFB347"/>
              </a:solidFill>
            </a:ln>
          </p:spPr>
        </p:sp>
      </p:grpSp>
      <p:sp>
        <p:nvSpPr>
          <p:cNvPr id="38" name="TextBox 38"/>
          <p:cNvSpPr txBox="1"/>
          <p:nvPr/>
        </p:nvSpPr>
        <p:spPr>
          <a:xfrm>
            <a:off x="8482584" y="2413635"/>
            <a:ext cx="2130959" cy="528066"/>
          </a:xfrm>
          <a:prstGeom prst="rect">
            <a:avLst/>
          </a:prstGeom>
          <a:noFill/>
          <a:ln>
            <a:noFill/>
          </a:ln>
        </p:spPr>
        <p:txBody>
          <a:bodyPr wrap="none" lIns="0" tIns="0" rIns="0" bIns="0" anchor="t" anchorCtr="0">
            <a:spAutoFit/>
          </a:bodyPr>
          <a:lstStyle/>
          <a:p>
            <a:pPr algn="l"/>
            <a:r>
              <a:rPr lang="en-US" sz="2700" b="1" dirty="0">
                <a:solidFill>
                  <a:srgbClr val="EAF2FF"/>
                </a:solidFill>
                <a:latin typeface="Arial"/>
                <a:ea typeface="Arial"/>
                <a:cs typeface="Arial"/>
              </a:rPr>
              <a:t>PowerPoint</a:t>
            </a:r>
          </a:p>
        </p:txBody>
      </p:sp>
      <p:sp>
        <p:nvSpPr>
          <p:cNvPr id="39" name="TextBox 39"/>
          <p:cNvSpPr txBox="1"/>
          <p:nvPr/>
        </p:nvSpPr>
        <p:spPr>
          <a:xfrm>
            <a:off x="8489442" y="2978468"/>
            <a:ext cx="2089069" cy="264033"/>
          </a:xfrm>
          <a:prstGeom prst="rect">
            <a:avLst/>
          </a:prstGeom>
          <a:noFill/>
          <a:ln>
            <a:noFill/>
          </a:ln>
        </p:spPr>
        <p:txBody>
          <a:bodyPr wrap="none" lIns="0" tIns="0" rIns="0" bIns="0" anchor="t" anchorCtr="0">
            <a:spAutoFit/>
          </a:bodyPr>
          <a:lstStyle/>
          <a:p>
            <a:pPr algn="l"/>
            <a:r>
              <a:rPr lang="en-US" sz="1350" b="1" spc="150" dirty="0">
                <a:solidFill>
                  <a:srgbClr val="FFB347"/>
                </a:solidFill>
                <a:latin typeface="Consolas"/>
                <a:ea typeface="Consolas"/>
                <a:cs typeface="Consolas"/>
              </a:rPr>
              <a:t>EDITABLE DELIVERY</a:t>
            </a:r>
          </a:p>
        </p:txBody>
      </p:sp>
      <p:sp>
        <p:nvSpPr>
          <p:cNvPr id="40" name="TextBox 40"/>
          <p:cNvSpPr txBox="1"/>
          <p:nvPr/>
        </p:nvSpPr>
        <p:spPr>
          <a:xfrm>
            <a:off x="8487156" y="3406140"/>
            <a:ext cx="2849679"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Text, shapes, relations</a:t>
            </a:r>
          </a:p>
        </p:txBody>
      </p:sp>
      <p:sp>
        <p:nvSpPr>
          <p:cNvPr id="41" name="TextBox 41"/>
          <p:cNvSpPr txBox="1"/>
          <p:nvPr/>
        </p:nvSpPr>
        <p:spPr>
          <a:xfrm>
            <a:off x="8487156" y="3787140"/>
            <a:ext cx="2632603"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Notes, fades, OOXML</a:t>
            </a:r>
          </a:p>
        </p:txBody>
      </p:sp>
      <p:sp>
        <p:nvSpPr>
          <p:cNvPr id="42" name="TextBox 42"/>
          <p:cNvSpPr txBox="1"/>
          <p:nvPr/>
        </p:nvSpPr>
        <p:spPr>
          <a:xfrm>
            <a:off x="8489442" y="4369118"/>
            <a:ext cx="2405151"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Arial"/>
                <a:ea typeface="Arial"/>
                <a:cs typeface="Arial"/>
              </a:rPr>
              <a:t>A file that remains useful</a:t>
            </a:r>
          </a:p>
        </p:txBody>
      </p:sp>
      <p:sp>
        <p:nvSpPr>
          <p:cNvPr id="43" name="Freeform 43"/>
          <p:cNvSpPr/>
          <p:nvPr/>
        </p:nvSpPr>
        <p:spPr>
          <a:xfrm>
            <a:off x="4000500" y="3200400"/>
            <a:ext cx="4191000" cy="9525"/>
          </a:xfrm>
          <a:custGeom>
            <a:avLst/>
            <a:gdLst/>
            <a:ahLst/>
            <a:cxnLst/>
            <a:rect l="l" t="t" r="r" b="b"/>
            <a:pathLst>
              <a:path w="4191000" h="9525">
                <a:moveTo>
                  <a:pt x="0" y="0"/>
                </a:moveTo>
                <a:lnTo>
                  <a:pt x="381000" y="0"/>
                </a:lnTo>
                <a:moveTo>
                  <a:pt x="3810000" y="0"/>
                </a:moveTo>
                <a:lnTo>
                  <a:pt x="4191000" y="0"/>
                </a:lnTo>
              </a:path>
            </a:pathLst>
          </a:custGeom>
          <a:noFill/>
          <a:ln w="19050">
            <a:solidFill>
              <a:srgbClr val="AFC2D9"/>
            </a:solidFill>
          </a:ln>
        </p:spPr>
      </p:sp>
      <p:sp>
        <p:nvSpPr>
          <p:cNvPr id="44" name="Freeform 44"/>
          <p:cNvSpPr/>
          <p:nvPr/>
        </p:nvSpPr>
        <p:spPr>
          <a:xfrm>
            <a:off x="4229100" y="3124200"/>
            <a:ext cx="3924300" cy="152400"/>
          </a:xfrm>
          <a:custGeom>
            <a:avLst/>
            <a:gdLst/>
            <a:ahLst/>
            <a:cxnLst/>
            <a:rect l="l" t="t" r="r" b="b"/>
            <a:pathLst>
              <a:path w="3924300" h="152400">
                <a:moveTo>
                  <a:pt x="0" y="0"/>
                </a:moveTo>
                <a:lnTo>
                  <a:pt x="114300" y="76200"/>
                </a:lnTo>
                <a:lnTo>
                  <a:pt x="0" y="152400"/>
                </a:lnTo>
                <a:moveTo>
                  <a:pt x="3810000" y="0"/>
                </a:moveTo>
                <a:lnTo>
                  <a:pt x="3924300" y="76200"/>
                </a:lnTo>
                <a:lnTo>
                  <a:pt x="3810000" y="152400"/>
                </a:lnTo>
              </a:path>
            </a:pathLst>
          </a:custGeom>
          <a:noFill/>
          <a:ln w="19050">
            <a:solidFill>
              <a:srgbClr val="AFC2D9"/>
            </a:solidFill>
          </a:ln>
        </p:spPr>
      </p:sp>
      <p:sp>
        <p:nvSpPr>
          <p:cNvPr id="45" name="Rectangle 45"/>
          <p:cNvSpPr/>
          <p:nvPr/>
        </p:nvSpPr>
        <p:spPr>
          <a:xfrm>
            <a:off x="571500" y="5219700"/>
            <a:ext cx="11049000" cy="1066800"/>
          </a:xfrm>
          <a:prstGeom prst="roundRect">
            <a:avLst>
              <a:gd name="adj" fmla="val 7143"/>
            </a:avLst>
          </a:prstGeom>
          <a:solidFill>
            <a:srgbClr val="08111F"/>
          </a:solidFill>
          <a:ln w="19050">
            <a:solidFill>
              <a:srgbClr val="23415E"/>
            </a:solidFill>
          </a:ln>
        </p:spPr>
      </p:sp>
      <p:sp>
        <p:nvSpPr>
          <p:cNvPr id="46" name="Rectangle 46"/>
          <p:cNvSpPr/>
          <p:nvPr/>
        </p:nvSpPr>
        <p:spPr>
          <a:xfrm>
            <a:off x="571500" y="5219700"/>
            <a:ext cx="11049000" cy="57150"/>
          </a:xfrm>
          <a:prstGeom prst="roundRect">
            <a:avLst>
              <a:gd name="adj" fmla="val 50000"/>
            </a:avLst>
          </a:prstGeom>
          <a:solidFill>
            <a:srgbClr val="33D1FF"/>
          </a:solidFill>
          <a:ln>
            <a:noFill/>
          </a:ln>
        </p:spPr>
      </p:sp>
      <p:grpSp>
        <p:nvGrpSpPr>
          <p:cNvPr id="50" name="Group 50"/>
          <p:cNvGrpSpPr/>
          <p:nvPr/>
        </p:nvGrpSpPr>
        <p:grpSpPr>
          <a:xfrm>
            <a:off x="927100" y="5592355"/>
            <a:ext cx="300444" cy="300444"/>
            <a:chOff x="927100" y="5592355"/>
            <a:chExt cx="300444" cy="300444"/>
          </a:xfrm>
        </p:grpSpPr>
        <p:sp>
          <p:nvSpPr>
            <p:cNvPr id="47" name="Freeform 47"/>
            <p:cNvSpPr/>
            <p:nvPr/>
          </p:nvSpPr>
          <p:spPr>
            <a:xfrm>
              <a:off x="927100" y="5665787"/>
              <a:ext cx="227012" cy="227012"/>
            </a:xfrm>
            <a:custGeom>
              <a:avLst/>
              <a:gdLst/>
              <a:ahLst/>
              <a:cxnLst/>
              <a:rect l="l" t="t" r="r" b="b"/>
              <a:pathLst>
                <a:path w="227012" h="227012">
                  <a:moveTo>
                    <a:pt x="52387" y="0"/>
                  </a:moveTo>
                  <a:lnTo>
                    <a:pt x="34925" y="0"/>
                  </a:lnTo>
                  <a:cubicBezTo>
                    <a:pt x="15636" y="0"/>
                    <a:pt x="0" y="15636"/>
                    <a:pt x="0" y="34925"/>
                  </a:cubicBezTo>
                  <a:lnTo>
                    <a:pt x="0" y="192087"/>
                  </a:lnTo>
                  <a:cubicBezTo>
                    <a:pt x="0" y="211376"/>
                    <a:pt x="15636" y="227012"/>
                    <a:pt x="34925" y="227012"/>
                  </a:cubicBezTo>
                  <a:lnTo>
                    <a:pt x="192087" y="227012"/>
                  </a:lnTo>
                  <a:cubicBezTo>
                    <a:pt x="211376" y="227012"/>
                    <a:pt x="227012" y="211376"/>
                    <a:pt x="227012" y="192087"/>
                  </a:cubicBezTo>
                  <a:lnTo>
                    <a:pt x="227012" y="174625"/>
                  </a:lnTo>
                </a:path>
              </a:pathLst>
            </a:custGeom>
            <a:noFill/>
            <a:ln w="19050">
              <a:solidFill>
                <a:srgbClr val="FFB347"/>
              </a:solidFill>
            </a:ln>
          </p:spPr>
        </p:sp>
        <p:sp>
          <p:nvSpPr>
            <p:cNvPr id="48" name="Freeform 48"/>
            <p:cNvSpPr/>
            <p:nvPr/>
          </p:nvSpPr>
          <p:spPr>
            <a:xfrm>
              <a:off x="1014412" y="5592355"/>
              <a:ext cx="213132" cy="213132"/>
            </a:xfrm>
            <a:custGeom>
              <a:avLst/>
              <a:gdLst/>
              <a:ahLst/>
              <a:cxnLst/>
              <a:rect l="l" t="t" r="r" b="b"/>
              <a:pathLst>
                <a:path w="213132" h="213132">
                  <a:moveTo>
                    <a:pt x="198810" y="66185"/>
                  </a:moveTo>
                  <a:cubicBezTo>
                    <a:pt x="213132" y="51864"/>
                    <a:pt x="213132" y="28643"/>
                    <a:pt x="198810" y="14322"/>
                  </a:cubicBezTo>
                  <a:cubicBezTo>
                    <a:pt x="184488" y="0"/>
                    <a:pt x="161268" y="0"/>
                    <a:pt x="146947" y="14322"/>
                  </a:cubicBezTo>
                  <a:lnTo>
                    <a:pt x="0" y="160745"/>
                  </a:lnTo>
                  <a:lnTo>
                    <a:pt x="0" y="213132"/>
                  </a:lnTo>
                  <a:lnTo>
                    <a:pt x="52387" y="213132"/>
                  </a:lnTo>
                  <a:lnTo>
                    <a:pt x="198810" y="66185"/>
                  </a:lnTo>
                </a:path>
              </a:pathLst>
            </a:custGeom>
            <a:noFill/>
            <a:ln w="19050">
              <a:solidFill>
                <a:srgbClr val="FFB347"/>
              </a:solidFill>
            </a:ln>
          </p:spPr>
        </p:sp>
        <p:sp>
          <p:nvSpPr>
            <p:cNvPr id="49" name="Freeform 49"/>
            <p:cNvSpPr/>
            <p:nvPr/>
          </p:nvSpPr>
          <p:spPr>
            <a:xfrm>
              <a:off x="1136649" y="5630862"/>
              <a:ext cx="52387" cy="52387"/>
            </a:xfrm>
            <a:custGeom>
              <a:avLst/>
              <a:gdLst/>
              <a:ahLst/>
              <a:cxnLst/>
              <a:rect l="l" t="t" r="r" b="b"/>
              <a:pathLst>
                <a:path w="52387" h="52387">
                  <a:moveTo>
                    <a:pt x="0" y="0"/>
                  </a:moveTo>
                  <a:lnTo>
                    <a:pt x="52387" y="52387"/>
                  </a:lnTo>
                </a:path>
              </a:pathLst>
            </a:custGeom>
            <a:noFill/>
            <a:ln w="19050">
              <a:solidFill>
                <a:srgbClr val="FFB347"/>
              </a:solidFill>
            </a:ln>
          </p:spPr>
        </p:sp>
      </p:grpSp>
      <p:sp>
        <p:nvSpPr>
          <p:cNvPr id="51" name="TextBox 51"/>
          <p:cNvSpPr txBox="1"/>
          <p:nvPr/>
        </p:nvSpPr>
        <p:spPr>
          <a:xfrm>
            <a:off x="1492758" y="5494020"/>
            <a:ext cx="9550695"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Compatibility preserves structure and native editability—</a:t>
            </a:r>
          </a:p>
        </p:txBody>
      </p:sp>
      <p:sp>
        <p:nvSpPr>
          <p:cNvPr id="52" name="TextBox 52"/>
          <p:cNvSpPr txBox="1"/>
          <p:nvPr/>
        </p:nvSpPr>
        <p:spPr>
          <a:xfrm>
            <a:off x="1492758" y="5855970"/>
            <a:ext cx="4383649"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not just a file that opens.</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33D1FF">
                  <a:alpha val="12000"/>
                </a:srgbClr>
              </a:gs>
              <a:gs pos="100000">
                <a:srgbClr val="33D1FF">
                  <a:alpha val="0"/>
                </a:srgbClr>
              </a:gs>
            </a:gsLst>
            <a:path path="circle">
              <a:fillToRect l="50000" t="50000" r="50000" b="50000"/>
            </a:path>
          </a:gradFill>
          <a:ln>
            <a:noFill/>
          </a:ln>
        </p:spPr>
      </p:sp>
      <p:sp>
        <p:nvSpPr>
          <p:cNvPr id="3" name="TextBox 3"/>
          <p:cNvSpPr txBox="1"/>
          <p:nvPr/>
        </p:nvSpPr>
        <p:spPr>
          <a:xfrm>
            <a:off x="564642" y="482918"/>
            <a:ext cx="2545552" cy="264033"/>
          </a:xfrm>
          <a:prstGeom prst="rect">
            <a:avLst/>
          </a:prstGeom>
          <a:noFill/>
          <a:ln>
            <a:noFill/>
          </a:ln>
        </p:spPr>
        <p:txBody>
          <a:bodyPr wrap="none" lIns="0" tIns="0" rIns="0" bIns="0" anchor="t" anchorCtr="0">
            <a:spAutoFit/>
          </a:bodyPr>
          <a:lstStyle/>
          <a:p>
            <a:pPr algn="l"/>
            <a:r>
              <a:rPr lang="en-US" sz="1350" b="1" spc="225" dirty="0">
                <a:solidFill>
                  <a:srgbClr val="33D1FF"/>
                </a:solidFill>
                <a:latin typeface="Consolas"/>
                <a:ea typeface="Consolas"/>
                <a:cs typeface="Consolas"/>
              </a:rPr>
              <a:t>REPEATABLE PIPELINE</a:t>
            </a:r>
          </a:p>
        </p:txBody>
      </p:sp>
      <p:sp>
        <p:nvSpPr>
          <p:cNvPr id="4" name="TextBox 4"/>
          <p:cNvSpPr txBox="1"/>
          <p:nvPr/>
        </p:nvSpPr>
        <p:spPr>
          <a:xfrm>
            <a:off x="552450" y="727710"/>
            <a:ext cx="8691397" cy="819150"/>
          </a:xfrm>
          <a:prstGeom prst="rect">
            <a:avLst/>
          </a:prstGeom>
          <a:noFill/>
          <a:ln>
            <a:noFill/>
          </a:ln>
        </p:spPr>
        <p:txBody>
          <a:bodyPr wrap="none" lIns="0" tIns="0" rIns="0" bIns="0" anchor="t" anchorCtr="0">
            <a:spAutoFit/>
          </a:bodyPr>
          <a:lstStyle/>
          <a:p>
            <a:pPr algn="l"/>
            <a:r>
              <a:rPr lang="en-US" sz="4200" b="1" dirty="0">
                <a:solidFill>
                  <a:srgbClr val="EAF2FF"/>
                </a:solidFill>
                <a:latin typeface="Arial"/>
                <a:ea typeface="Arial"/>
                <a:cs typeface="Arial"/>
              </a:rPr>
              <a:t>A Repeatable Production Chain</a:t>
            </a:r>
          </a:p>
        </p:txBody>
      </p:sp>
      <p:sp>
        <p:nvSpPr>
          <p:cNvPr id="5" name="TextBox 5"/>
          <p:cNvSpPr txBox="1"/>
          <p:nvPr/>
        </p:nvSpPr>
        <p:spPr>
          <a:xfrm>
            <a:off x="10974382" y="521018"/>
            <a:ext cx="652976" cy="264033"/>
          </a:xfrm>
          <a:prstGeom prst="rect">
            <a:avLst/>
          </a:prstGeom>
          <a:noFill/>
          <a:ln>
            <a:noFill/>
          </a:ln>
        </p:spPr>
        <p:txBody>
          <a:bodyPr wrap="none" lIns="0" tIns="0" rIns="0" bIns="0" anchor="t" anchorCtr="0">
            <a:spAutoFit/>
          </a:bodyPr>
          <a:lstStyle/>
          <a:p>
            <a:pPr algn="r"/>
            <a:r>
              <a:rPr lang="en-US" sz="1350" b="1" dirty="0">
                <a:solidFill>
                  <a:srgbClr val="7890AA"/>
                </a:solidFill>
                <a:latin typeface="Consolas"/>
                <a:ea typeface="Consolas"/>
                <a:cs typeface="Consolas"/>
              </a:rPr>
              <a:t>03 / 05</a:t>
            </a:r>
          </a:p>
        </p:txBody>
      </p:sp>
      <p:sp>
        <p:nvSpPr>
          <p:cNvPr id="6" name="Freeform 6"/>
          <p:cNvSpPr/>
          <p:nvPr/>
        </p:nvSpPr>
        <p:spPr>
          <a:xfrm>
            <a:off x="571500" y="1466850"/>
            <a:ext cx="11049000" cy="9525"/>
          </a:xfrm>
          <a:custGeom>
            <a:avLst/>
            <a:gdLst/>
            <a:ahLst/>
            <a:cxnLst/>
            <a:rect l="l" t="t" r="r" b="b"/>
            <a:pathLst>
              <a:path w="11049000" h="9525">
                <a:moveTo>
                  <a:pt x="0" y="0"/>
                </a:moveTo>
                <a:lnTo>
                  <a:pt x="11049000" y="0"/>
                </a:lnTo>
              </a:path>
            </a:pathLst>
          </a:custGeom>
          <a:noFill/>
          <a:ln w="19050">
            <a:solidFill>
              <a:srgbClr val="23415E"/>
            </a:solidFill>
          </a:ln>
        </p:spPr>
      </p:sp>
      <p:sp>
        <p:nvSpPr>
          <p:cNvPr id="7" name="Freeform 7"/>
          <p:cNvSpPr/>
          <p:nvPr/>
        </p:nvSpPr>
        <p:spPr>
          <a:xfrm>
            <a:off x="1524000" y="2952750"/>
            <a:ext cx="8839200" cy="9525"/>
          </a:xfrm>
          <a:custGeom>
            <a:avLst/>
            <a:gdLst/>
            <a:ahLst/>
            <a:cxnLst/>
            <a:rect l="l" t="t" r="r" b="b"/>
            <a:pathLst>
              <a:path w="8839200" h="9525">
                <a:moveTo>
                  <a:pt x="0" y="0"/>
                </a:moveTo>
                <a:lnTo>
                  <a:pt x="8839200" y="0"/>
                </a:lnTo>
              </a:path>
            </a:pathLst>
          </a:custGeom>
          <a:noFill/>
          <a:ln w="114300" cap="rnd">
            <a:solidFill>
              <a:srgbClr val="33D1FF">
                <a:alpha val="12000"/>
              </a:srgbClr>
            </a:solidFill>
          </a:ln>
        </p:spPr>
      </p:sp>
      <p:sp>
        <p:nvSpPr>
          <p:cNvPr id="8" name="Freeform 8"/>
          <p:cNvSpPr/>
          <p:nvPr/>
        </p:nvSpPr>
        <p:spPr>
          <a:xfrm>
            <a:off x="1524000" y="2952750"/>
            <a:ext cx="8839200" cy="9525"/>
          </a:xfrm>
          <a:custGeom>
            <a:avLst/>
            <a:gdLst/>
            <a:ahLst/>
            <a:cxnLst/>
            <a:rect l="l" t="t" r="r" b="b"/>
            <a:pathLst>
              <a:path w="8839200" h="9525">
                <a:moveTo>
                  <a:pt x="0" y="0"/>
                </a:moveTo>
                <a:lnTo>
                  <a:pt x="8839200" y="0"/>
                </a:lnTo>
              </a:path>
            </a:pathLst>
          </a:custGeom>
          <a:noFill/>
          <a:ln w="19050" cap="rnd">
            <a:solidFill>
              <a:srgbClr val="33D1FF"/>
            </a:solidFill>
          </a:ln>
        </p:spPr>
      </p:sp>
      <p:sp>
        <p:nvSpPr>
          <p:cNvPr id="9" name="Rectangle 9"/>
          <p:cNvSpPr/>
          <p:nvPr/>
        </p:nvSpPr>
        <p:spPr>
          <a:xfrm>
            <a:off x="571500" y="1943100"/>
            <a:ext cx="1905000" cy="3143250"/>
          </a:xfrm>
          <a:prstGeom prst="roundRect">
            <a:avLst>
              <a:gd name="adj" fmla="val 4000"/>
            </a:avLst>
          </a:prstGeom>
          <a:solidFill>
            <a:srgbClr val="10243B"/>
          </a:solidFill>
          <a:ln w="19050">
            <a:solidFill>
              <a:srgbClr val="33D1FF"/>
            </a:solidFill>
          </a:ln>
        </p:spPr>
      </p:sp>
      <p:sp>
        <p:nvSpPr>
          <p:cNvPr id="10" name="TextBox 10"/>
          <p:cNvSpPr txBox="1"/>
          <p:nvPr/>
        </p:nvSpPr>
        <p:spPr>
          <a:xfrm>
            <a:off x="793242" y="2140268"/>
            <a:ext cx="1173061" cy="264033"/>
          </a:xfrm>
          <a:prstGeom prst="rect">
            <a:avLst/>
          </a:prstGeom>
          <a:noFill/>
          <a:ln>
            <a:noFill/>
          </a:ln>
        </p:spPr>
        <p:txBody>
          <a:bodyPr wrap="none" lIns="0" tIns="0" rIns="0" bIns="0" anchor="t" anchorCtr="0">
            <a:spAutoFit/>
          </a:bodyPr>
          <a:lstStyle/>
          <a:p>
            <a:pPr algn="l"/>
            <a:r>
              <a:rPr lang="en-US" sz="1350" b="1" dirty="0">
                <a:solidFill>
                  <a:srgbClr val="33D1FF"/>
                </a:solidFill>
                <a:latin typeface="Consolas"/>
                <a:ea typeface="Consolas"/>
                <a:cs typeface="Consolas"/>
              </a:rPr>
              <a:t>01 / SOURCE</a:t>
            </a:r>
          </a:p>
        </p:txBody>
      </p:sp>
      <p:grpSp>
        <p:nvGrpSpPr>
          <p:cNvPr id="16" name="Group 16"/>
          <p:cNvGrpSpPr/>
          <p:nvPr/>
        </p:nvGrpSpPr>
        <p:grpSpPr>
          <a:xfrm>
            <a:off x="903288" y="2595563"/>
            <a:ext cx="288925" cy="371476"/>
            <a:chOff x="903288" y="2595563"/>
            <a:chExt cx="288925" cy="371476"/>
          </a:xfrm>
        </p:grpSpPr>
        <p:sp>
          <p:nvSpPr>
            <p:cNvPr id="11" name="Freeform 11"/>
            <p:cNvSpPr/>
            <p:nvPr/>
          </p:nvSpPr>
          <p:spPr>
            <a:xfrm>
              <a:off x="1089025" y="2595563"/>
              <a:ext cx="103188" cy="103188"/>
            </a:xfrm>
            <a:custGeom>
              <a:avLst/>
              <a:gdLst/>
              <a:ahLst/>
              <a:cxnLst/>
              <a:rect l="l" t="t" r="r" b="b"/>
              <a:pathLst>
                <a:path w="103188" h="103188">
                  <a:moveTo>
                    <a:pt x="0" y="0"/>
                  </a:moveTo>
                  <a:lnTo>
                    <a:pt x="0" y="82550"/>
                  </a:lnTo>
                  <a:cubicBezTo>
                    <a:pt x="0" y="93948"/>
                    <a:pt x="9240" y="103188"/>
                    <a:pt x="20638" y="103188"/>
                  </a:cubicBezTo>
                  <a:lnTo>
                    <a:pt x="103188" y="103188"/>
                  </a:lnTo>
                </a:path>
              </a:pathLst>
            </a:custGeom>
            <a:noFill/>
            <a:ln w="19050">
              <a:solidFill>
                <a:srgbClr val="33D1FF"/>
              </a:solidFill>
            </a:ln>
          </p:spPr>
        </p:sp>
        <p:sp>
          <p:nvSpPr>
            <p:cNvPr id="12" name="Freeform 12"/>
            <p:cNvSpPr/>
            <p:nvPr/>
          </p:nvSpPr>
          <p:spPr>
            <a:xfrm>
              <a:off x="903288" y="2595563"/>
              <a:ext cx="288925" cy="371476"/>
            </a:xfrm>
            <a:custGeom>
              <a:avLst/>
              <a:gdLst/>
              <a:ahLst/>
              <a:cxnLst/>
              <a:rect l="l" t="t" r="r" b="b"/>
              <a:pathLst>
                <a:path w="288925" h="371476">
                  <a:moveTo>
                    <a:pt x="247650" y="371476"/>
                  </a:moveTo>
                  <a:lnTo>
                    <a:pt x="41275" y="371476"/>
                  </a:lnTo>
                  <a:cubicBezTo>
                    <a:pt x="18479" y="371476"/>
                    <a:pt x="0" y="352996"/>
                    <a:pt x="0" y="330201"/>
                  </a:cubicBezTo>
                  <a:lnTo>
                    <a:pt x="0" y="41275"/>
                  </a:lnTo>
                  <a:cubicBezTo>
                    <a:pt x="0" y="18479"/>
                    <a:pt x="18479" y="0"/>
                    <a:pt x="41275" y="0"/>
                  </a:cubicBezTo>
                  <a:lnTo>
                    <a:pt x="185738" y="0"/>
                  </a:lnTo>
                  <a:lnTo>
                    <a:pt x="288925" y="103188"/>
                  </a:lnTo>
                  <a:lnTo>
                    <a:pt x="288925" y="330201"/>
                  </a:lnTo>
                  <a:cubicBezTo>
                    <a:pt x="288925" y="352996"/>
                    <a:pt x="270446" y="371476"/>
                    <a:pt x="247650" y="371476"/>
                  </a:cubicBezTo>
                </a:path>
              </a:pathLst>
            </a:custGeom>
            <a:noFill/>
            <a:ln w="19050">
              <a:solidFill>
                <a:srgbClr val="33D1FF"/>
              </a:solidFill>
            </a:ln>
          </p:spPr>
        </p:sp>
        <p:sp>
          <p:nvSpPr>
            <p:cNvPr id="13" name="Freeform 13"/>
            <p:cNvSpPr/>
            <p:nvPr/>
          </p:nvSpPr>
          <p:spPr>
            <a:xfrm>
              <a:off x="985838" y="2719388"/>
              <a:ext cx="20638" cy="9525"/>
            </a:xfrm>
            <a:custGeom>
              <a:avLst/>
              <a:gdLst/>
              <a:ahLst/>
              <a:cxnLst/>
              <a:rect l="l" t="t" r="r" b="b"/>
              <a:pathLst>
                <a:path w="20638" h="9525">
                  <a:moveTo>
                    <a:pt x="0" y="0"/>
                  </a:moveTo>
                  <a:lnTo>
                    <a:pt x="20638" y="0"/>
                  </a:lnTo>
                </a:path>
              </a:pathLst>
            </a:custGeom>
            <a:noFill/>
            <a:ln w="19050">
              <a:solidFill>
                <a:srgbClr val="33D1FF"/>
              </a:solidFill>
            </a:ln>
          </p:spPr>
        </p:sp>
        <p:sp>
          <p:nvSpPr>
            <p:cNvPr id="14" name="Freeform 14"/>
            <p:cNvSpPr/>
            <p:nvPr/>
          </p:nvSpPr>
          <p:spPr>
            <a:xfrm>
              <a:off x="985838" y="2801938"/>
              <a:ext cx="123825" cy="9525"/>
            </a:xfrm>
            <a:custGeom>
              <a:avLst/>
              <a:gdLst/>
              <a:ahLst/>
              <a:cxnLst/>
              <a:rect l="l" t="t" r="r" b="b"/>
              <a:pathLst>
                <a:path w="123825" h="9525">
                  <a:moveTo>
                    <a:pt x="0" y="0"/>
                  </a:moveTo>
                  <a:lnTo>
                    <a:pt x="123825" y="0"/>
                  </a:lnTo>
                </a:path>
              </a:pathLst>
            </a:custGeom>
            <a:noFill/>
            <a:ln w="19050">
              <a:solidFill>
                <a:srgbClr val="33D1FF"/>
              </a:solidFill>
            </a:ln>
          </p:spPr>
        </p:sp>
        <p:sp>
          <p:nvSpPr>
            <p:cNvPr id="15" name="Freeform 15"/>
            <p:cNvSpPr/>
            <p:nvPr/>
          </p:nvSpPr>
          <p:spPr>
            <a:xfrm>
              <a:off x="985838" y="2884488"/>
              <a:ext cx="123825" cy="9525"/>
            </a:xfrm>
            <a:custGeom>
              <a:avLst/>
              <a:gdLst/>
              <a:ahLst/>
              <a:cxnLst/>
              <a:rect l="l" t="t" r="r" b="b"/>
              <a:pathLst>
                <a:path w="123825" h="9525">
                  <a:moveTo>
                    <a:pt x="0" y="0"/>
                  </a:moveTo>
                  <a:lnTo>
                    <a:pt x="123825" y="0"/>
                  </a:lnTo>
                </a:path>
              </a:pathLst>
            </a:custGeom>
            <a:noFill/>
            <a:ln w="19050">
              <a:solidFill>
                <a:srgbClr val="33D1FF"/>
              </a:solidFill>
            </a:ln>
          </p:spPr>
        </p:sp>
      </p:grpSp>
      <p:sp>
        <p:nvSpPr>
          <p:cNvPr id="17" name="TextBox 17"/>
          <p:cNvSpPr txBox="1"/>
          <p:nvPr/>
        </p:nvSpPr>
        <p:spPr>
          <a:xfrm>
            <a:off x="790956" y="3291840"/>
            <a:ext cx="1993255"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Source Material</a:t>
            </a:r>
          </a:p>
        </p:txBody>
      </p:sp>
      <p:sp>
        <p:nvSpPr>
          <p:cNvPr id="18" name="TextBox 18"/>
          <p:cNvSpPr txBox="1"/>
          <p:nvPr/>
        </p:nvSpPr>
        <p:spPr>
          <a:xfrm>
            <a:off x="793242" y="3759518"/>
            <a:ext cx="1582552"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Content and goals</a:t>
            </a:r>
          </a:p>
        </p:txBody>
      </p:sp>
      <p:sp>
        <p:nvSpPr>
          <p:cNvPr id="19" name="Rectangle 19"/>
          <p:cNvSpPr/>
          <p:nvPr/>
        </p:nvSpPr>
        <p:spPr>
          <a:xfrm>
            <a:off x="800100" y="4362450"/>
            <a:ext cx="1447800" cy="457200"/>
          </a:xfrm>
          <a:prstGeom prst="roundRect">
            <a:avLst>
              <a:gd name="adj" fmla="val 16667"/>
            </a:avLst>
          </a:prstGeom>
          <a:solidFill>
            <a:srgbClr val="08111F"/>
          </a:solidFill>
          <a:ln w="19050">
            <a:solidFill>
              <a:srgbClr val="23415E"/>
            </a:solidFill>
          </a:ln>
        </p:spPr>
      </p:sp>
      <p:sp>
        <p:nvSpPr>
          <p:cNvPr id="20" name="TextBox 20"/>
          <p:cNvSpPr txBox="1"/>
          <p:nvPr/>
        </p:nvSpPr>
        <p:spPr>
          <a:xfrm>
            <a:off x="1025771" y="4511992"/>
            <a:ext cx="996459"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source.md</a:t>
            </a:r>
          </a:p>
        </p:txBody>
      </p:sp>
      <p:sp>
        <p:nvSpPr>
          <p:cNvPr id="21" name="Freeform 21"/>
          <p:cNvSpPr/>
          <p:nvPr/>
        </p:nvSpPr>
        <p:spPr>
          <a:xfrm>
            <a:off x="2476500" y="2952750"/>
            <a:ext cx="304800" cy="9525"/>
          </a:xfrm>
          <a:custGeom>
            <a:avLst/>
            <a:gdLst/>
            <a:ahLst/>
            <a:cxnLst/>
            <a:rect l="l" t="t" r="r" b="b"/>
            <a:pathLst>
              <a:path w="304800" h="9525">
                <a:moveTo>
                  <a:pt x="0" y="0"/>
                </a:moveTo>
                <a:lnTo>
                  <a:pt x="304800" y="0"/>
                </a:lnTo>
              </a:path>
            </a:pathLst>
          </a:custGeom>
          <a:noFill/>
          <a:ln w="19050">
            <a:solidFill>
              <a:srgbClr val="FFB347"/>
            </a:solidFill>
          </a:ln>
        </p:spPr>
      </p:sp>
      <p:sp>
        <p:nvSpPr>
          <p:cNvPr id="22" name="Freeform 22"/>
          <p:cNvSpPr/>
          <p:nvPr/>
        </p:nvSpPr>
        <p:spPr>
          <a:xfrm>
            <a:off x="2667000" y="2876550"/>
            <a:ext cx="114300" cy="152400"/>
          </a:xfrm>
          <a:custGeom>
            <a:avLst/>
            <a:gdLst/>
            <a:ahLst/>
            <a:cxnLst/>
            <a:rect l="l" t="t" r="r" b="b"/>
            <a:pathLst>
              <a:path w="114300" h="152400">
                <a:moveTo>
                  <a:pt x="0" y="0"/>
                </a:moveTo>
                <a:lnTo>
                  <a:pt x="114300" y="76200"/>
                </a:lnTo>
                <a:lnTo>
                  <a:pt x="0" y="152400"/>
                </a:lnTo>
              </a:path>
            </a:pathLst>
          </a:custGeom>
          <a:noFill/>
          <a:ln w="19050">
            <a:solidFill>
              <a:srgbClr val="FFB347"/>
            </a:solidFill>
          </a:ln>
        </p:spPr>
      </p:sp>
      <p:sp>
        <p:nvSpPr>
          <p:cNvPr id="23" name="Rectangle 23"/>
          <p:cNvSpPr/>
          <p:nvPr/>
        </p:nvSpPr>
        <p:spPr>
          <a:xfrm>
            <a:off x="2781300" y="1943100"/>
            <a:ext cx="1905000" cy="3143250"/>
          </a:xfrm>
          <a:prstGeom prst="roundRect">
            <a:avLst>
              <a:gd name="adj" fmla="val 4000"/>
            </a:avLst>
          </a:prstGeom>
          <a:solidFill>
            <a:srgbClr val="10243B"/>
          </a:solidFill>
          <a:ln w="19050">
            <a:solidFill>
              <a:srgbClr val="7C83FD"/>
            </a:solidFill>
          </a:ln>
        </p:spPr>
      </p:sp>
      <p:sp>
        <p:nvSpPr>
          <p:cNvPr id="24" name="TextBox 24"/>
          <p:cNvSpPr txBox="1"/>
          <p:nvPr/>
        </p:nvSpPr>
        <p:spPr>
          <a:xfrm>
            <a:off x="3003042" y="2140268"/>
            <a:ext cx="1394849" cy="264033"/>
          </a:xfrm>
          <a:prstGeom prst="rect">
            <a:avLst/>
          </a:prstGeom>
          <a:noFill/>
          <a:ln>
            <a:noFill/>
          </a:ln>
        </p:spPr>
        <p:txBody>
          <a:bodyPr wrap="none" lIns="0" tIns="0" rIns="0" bIns="0" anchor="t" anchorCtr="0">
            <a:spAutoFit/>
          </a:bodyPr>
          <a:lstStyle/>
          <a:p>
            <a:pPr algn="l"/>
            <a:r>
              <a:rPr lang="en-US" sz="1350" b="1" dirty="0">
                <a:solidFill>
                  <a:srgbClr val="7C83FD"/>
                </a:solidFill>
                <a:latin typeface="Consolas"/>
                <a:ea typeface="Consolas"/>
                <a:cs typeface="Consolas"/>
              </a:rPr>
              <a:t>02 / CONTRACT</a:t>
            </a:r>
          </a:p>
        </p:txBody>
      </p:sp>
      <p:grpSp>
        <p:nvGrpSpPr>
          <p:cNvPr id="27" name="Group 27"/>
          <p:cNvGrpSpPr/>
          <p:nvPr/>
        </p:nvGrpSpPr>
        <p:grpSpPr>
          <a:xfrm>
            <a:off x="3071813" y="2616200"/>
            <a:ext cx="371475" cy="330201"/>
            <a:chOff x="3071813" y="2616200"/>
            <a:chExt cx="371475" cy="330201"/>
          </a:xfrm>
        </p:grpSpPr>
        <p:sp>
          <p:nvSpPr>
            <p:cNvPr id="25" name="Freeform 25"/>
            <p:cNvSpPr/>
            <p:nvPr/>
          </p:nvSpPr>
          <p:spPr>
            <a:xfrm>
              <a:off x="3071813" y="2616200"/>
              <a:ext cx="82550" cy="330201"/>
            </a:xfrm>
            <a:custGeom>
              <a:avLst/>
              <a:gdLst/>
              <a:ahLst/>
              <a:cxnLst/>
              <a:rect l="l" t="t" r="r" b="b"/>
              <a:pathLst>
                <a:path w="82550" h="330201">
                  <a:moveTo>
                    <a:pt x="82550" y="0"/>
                  </a:moveTo>
                  <a:cubicBezTo>
                    <a:pt x="59755" y="0"/>
                    <a:pt x="41275" y="18479"/>
                    <a:pt x="41275" y="41275"/>
                  </a:cubicBezTo>
                  <a:lnTo>
                    <a:pt x="41275" y="103188"/>
                  </a:lnTo>
                  <a:cubicBezTo>
                    <a:pt x="41275" y="137381"/>
                    <a:pt x="22796" y="165100"/>
                    <a:pt x="0" y="165100"/>
                  </a:cubicBezTo>
                  <a:cubicBezTo>
                    <a:pt x="22796" y="165100"/>
                    <a:pt x="41275" y="192819"/>
                    <a:pt x="41275" y="227013"/>
                  </a:cubicBezTo>
                  <a:lnTo>
                    <a:pt x="41275" y="288925"/>
                  </a:lnTo>
                  <a:cubicBezTo>
                    <a:pt x="41275" y="311721"/>
                    <a:pt x="59755" y="330201"/>
                    <a:pt x="82550" y="330201"/>
                  </a:cubicBezTo>
                </a:path>
              </a:pathLst>
            </a:custGeom>
            <a:noFill/>
            <a:ln w="19050">
              <a:solidFill>
                <a:srgbClr val="7C83FD"/>
              </a:solidFill>
            </a:ln>
          </p:spPr>
        </p:sp>
        <p:sp>
          <p:nvSpPr>
            <p:cNvPr id="26" name="Freeform 26"/>
            <p:cNvSpPr/>
            <p:nvPr/>
          </p:nvSpPr>
          <p:spPr>
            <a:xfrm>
              <a:off x="3360738" y="2616200"/>
              <a:ext cx="82550" cy="330201"/>
            </a:xfrm>
            <a:custGeom>
              <a:avLst/>
              <a:gdLst/>
              <a:ahLst/>
              <a:cxnLst/>
              <a:rect l="l" t="t" r="r" b="b"/>
              <a:pathLst>
                <a:path w="82550" h="330201">
                  <a:moveTo>
                    <a:pt x="0" y="0"/>
                  </a:moveTo>
                  <a:cubicBezTo>
                    <a:pt x="22796" y="0"/>
                    <a:pt x="41275" y="18479"/>
                    <a:pt x="41275" y="41275"/>
                  </a:cubicBezTo>
                  <a:lnTo>
                    <a:pt x="41275" y="103188"/>
                  </a:lnTo>
                  <a:cubicBezTo>
                    <a:pt x="41275" y="137381"/>
                    <a:pt x="59755" y="165100"/>
                    <a:pt x="82550" y="165100"/>
                  </a:cubicBezTo>
                  <a:cubicBezTo>
                    <a:pt x="59755" y="165100"/>
                    <a:pt x="41275" y="192819"/>
                    <a:pt x="41275" y="227013"/>
                  </a:cubicBezTo>
                  <a:lnTo>
                    <a:pt x="41275" y="288925"/>
                  </a:lnTo>
                  <a:cubicBezTo>
                    <a:pt x="41275" y="311721"/>
                    <a:pt x="22796" y="330201"/>
                    <a:pt x="0" y="330201"/>
                  </a:cubicBezTo>
                </a:path>
              </a:pathLst>
            </a:custGeom>
            <a:noFill/>
            <a:ln w="19050">
              <a:solidFill>
                <a:srgbClr val="7C83FD"/>
              </a:solidFill>
            </a:ln>
          </p:spPr>
        </p:sp>
      </p:grpSp>
      <p:sp>
        <p:nvSpPr>
          <p:cNvPr id="28" name="TextBox 28"/>
          <p:cNvSpPr txBox="1"/>
          <p:nvPr/>
        </p:nvSpPr>
        <p:spPr>
          <a:xfrm>
            <a:off x="3000756" y="3215640"/>
            <a:ext cx="1339533"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AST + Slide</a:t>
            </a:r>
          </a:p>
        </p:txBody>
      </p:sp>
      <p:sp>
        <p:nvSpPr>
          <p:cNvPr id="29" name="TextBox 29"/>
          <p:cNvSpPr txBox="1"/>
          <p:nvPr/>
        </p:nvSpPr>
        <p:spPr>
          <a:xfrm>
            <a:off x="3000756" y="3520440"/>
            <a:ext cx="1145709"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Contract</a:t>
            </a:r>
          </a:p>
        </p:txBody>
      </p:sp>
      <p:sp>
        <p:nvSpPr>
          <p:cNvPr id="30" name="TextBox 30"/>
          <p:cNvSpPr txBox="1"/>
          <p:nvPr/>
        </p:nvSpPr>
        <p:spPr>
          <a:xfrm>
            <a:off x="3003042" y="3930968"/>
            <a:ext cx="1883110"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Story, intent, notes</a:t>
            </a:r>
          </a:p>
        </p:txBody>
      </p:sp>
      <p:sp>
        <p:nvSpPr>
          <p:cNvPr id="31" name="Rectangle 31"/>
          <p:cNvSpPr/>
          <p:nvPr/>
        </p:nvSpPr>
        <p:spPr>
          <a:xfrm>
            <a:off x="3009900" y="4362450"/>
            <a:ext cx="1447800" cy="457200"/>
          </a:xfrm>
          <a:prstGeom prst="roundRect">
            <a:avLst>
              <a:gd name="adj" fmla="val 16667"/>
            </a:avLst>
          </a:prstGeom>
          <a:solidFill>
            <a:srgbClr val="08111F"/>
          </a:solidFill>
          <a:ln w="19050">
            <a:solidFill>
              <a:srgbClr val="23415E"/>
            </a:solidFill>
          </a:ln>
        </p:spPr>
      </p:sp>
      <p:sp>
        <p:nvSpPr>
          <p:cNvPr id="32" name="TextBox 32"/>
          <p:cNvSpPr txBox="1"/>
          <p:nvPr/>
        </p:nvSpPr>
        <p:spPr>
          <a:xfrm>
            <a:off x="3035206" y="4511992"/>
            <a:ext cx="1397189"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slide_plan.json</a:t>
            </a:r>
          </a:p>
        </p:txBody>
      </p:sp>
      <p:sp>
        <p:nvSpPr>
          <p:cNvPr id="33" name="Freeform 33"/>
          <p:cNvSpPr/>
          <p:nvPr/>
        </p:nvSpPr>
        <p:spPr>
          <a:xfrm>
            <a:off x="4686300" y="2952750"/>
            <a:ext cx="304800" cy="9525"/>
          </a:xfrm>
          <a:custGeom>
            <a:avLst/>
            <a:gdLst/>
            <a:ahLst/>
            <a:cxnLst/>
            <a:rect l="l" t="t" r="r" b="b"/>
            <a:pathLst>
              <a:path w="304800" h="9525">
                <a:moveTo>
                  <a:pt x="0" y="0"/>
                </a:moveTo>
                <a:lnTo>
                  <a:pt x="304800" y="0"/>
                </a:lnTo>
              </a:path>
            </a:pathLst>
          </a:custGeom>
          <a:noFill/>
          <a:ln w="19050">
            <a:solidFill>
              <a:srgbClr val="FFB347"/>
            </a:solidFill>
          </a:ln>
        </p:spPr>
      </p:sp>
      <p:sp>
        <p:nvSpPr>
          <p:cNvPr id="34" name="Freeform 34"/>
          <p:cNvSpPr/>
          <p:nvPr/>
        </p:nvSpPr>
        <p:spPr>
          <a:xfrm>
            <a:off x="4876800" y="2876550"/>
            <a:ext cx="114300" cy="152400"/>
          </a:xfrm>
          <a:custGeom>
            <a:avLst/>
            <a:gdLst/>
            <a:ahLst/>
            <a:cxnLst/>
            <a:rect l="l" t="t" r="r" b="b"/>
            <a:pathLst>
              <a:path w="114300" h="152400">
                <a:moveTo>
                  <a:pt x="0" y="0"/>
                </a:moveTo>
                <a:lnTo>
                  <a:pt x="114300" y="76200"/>
                </a:lnTo>
                <a:lnTo>
                  <a:pt x="0" y="152400"/>
                </a:lnTo>
              </a:path>
            </a:pathLst>
          </a:custGeom>
          <a:noFill/>
          <a:ln w="19050">
            <a:solidFill>
              <a:srgbClr val="FFB347"/>
            </a:solidFill>
          </a:ln>
        </p:spPr>
      </p:sp>
      <p:sp>
        <p:nvSpPr>
          <p:cNvPr id="35" name="Rectangle 35"/>
          <p:cNvSpPr/>
          <p:nvPr/>
        </p:nvSpPr>
        <p:spPr>
          <a:xfrm>
            <a:off x="4991100" y="1943100"/>
            <a:ext cx="1905000" cy="3143250"/>
          </a:xfrm>
          <a:prstGeom prst="roundRect">
            <a:avLst>
              <a:gd name="adj" fmla="val 4000"/>
            </a:avLst>
          </a:prstGeom>
          <a:solidFill>
            <a:srgbClr val="10243B"/>
          </a:solidFill>
          <a:ln w="19050">
            <a:solidFill>
              <a:srgbClr val="33D1FF"/>
            </a:solidFill>
          </a:ln>
        </p:spPr>
      </p:sp>
      <p:sp>
        <p:nvSpPr>
          <p:cNvPr id="36" name="TextBox 36"/>
          <p:cNvSpPr txBox="1"/>
          <p:nvPr/>
        </p:nvSpPr>
        <p:spPr>
          <a:xfrm>
            <a:off x="5212842" y="2140268"/>
            <a:ext cx="1273874" cy="264033"/>
          </a:xfrm>
          <a:prstGeom prst="rect">
            <a:avLst/>
          </a:prstGeom>
          <a:noFill/>
          <a:ln>
            <a:noFill/>
          </a:ln>
        </p:spPr>
        <p:txBody>
          <a:bodyPr wrap="none" lIns="0" tIns="0" rIns="0" bIns="0" anchor="t" anchorCtr="0">
            <a:spAutoFit/>
          </a:bodyPr>
          <a:lstStyle/>
          <a:p>
            <a:pPr algn="l"/>
            <a:r>
              <a:rPr lang="en-US" sz="1350" b="1" dirty="0">
                <a:solidFill>
                  <a:srgbClr val="33D1FF"/>
                </a:solidFill>
                <a:latin typeface="Consolas"/>
                <a:ea typeface="Consolas"/>
                <a:cs typeface="Consolas"/>
              </a:rPr>
              <a:t>03 / CONFIRM</a:t>
            </a:r>
          </a:p>
        </p:txBody>
      </p:sp>
      <p:grpSp>
        <p:nvGrpSpPr>
          <p:cNvPr id="40" name="Group 40"/>
          <p:cNvGrpSpPr/>
          <p:nvPr/>
        </p:nvGrpSpPr>
        <p:grpSpPr>
          <a:xfrm>
            <a:off x="5281613" y="2595563"/>
            <a:ext cx="371475" cy="371475"/>
            <a:chOff x="5281613" y="2595563"/>
            <a:chExt cx="371475" cy="371475"/>
          </a:xfrm>
        </p:grpSpPr>
        <p:sp>
          <p:nvSpPr>
            <p:cNvPr id="37" name="Freeform 37"/>
            <p:cNvSpPr/>
            <p:nvPr/>
          </p:nvSpPr>
          <p:spPr>
            <a:xfrm>
              <a:off x="5281613" y="2884488"/>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19050">
              <a:solidFill>
                <a:srgbClr val="33D1FF"/>
              </a:solidFill>
            </a:ln>
          </p:spPr>
        </p:sp>
        <p:sp>
          <p:nvSpPr>
            <p:cNvPr id="38" name="Freeform 38"/>
            <p:cNvSpPr/>
            <p:nvPr/>
          </p:nvSpPr>
          <p:spPr>
            <a:xfrm>
              <a:off x="5570538" y="2595563"/>
              <a:ext cx="82550" cy="82550"/>
            </a:xfrm>
            <a:custGeom>
              <a:avLst/>
              <a:gdLst/>
              <a:ahLst/>
              <a:cxnLst/>
              <a:rect l="l" t="t" r="r" b="b"/>
              <a:pathLst>
                <a:path w="82550" h="82550">
                  <a:moveTo>
                    <a:pt x="41275" y="82550"/>
                  </a:moveTo>
                  <a:cubicBezTo>
                    <a:pt x="64071" y="82550"/>
                    <a:pt x="82550" y="64071"/>
                    <a:pt x="82550" y="41275"/>
                  </a:cubicBezTo>
                  <a:cubicBezTo>
                    <a:pt x="82550" y="18479"/>
                    <a:pt x="64071" y="0"/>
                    <a:pt x="41275" y="0"/>
                  </a:cubicBezTo>
                  <a:cubicBezTo>
                    <a:pt x="18479" y="0"/>
                    <a:pt x="0" y="18479"/>
                    <a:pt x="0" y="41275"/>
                  </a:cubicBezTo>
                  <a:cubicBezTo>
                    <a:pt x="0" y="64071"/>
                    <a:pt x="18479" y="82550"/>
                    <a:pt x="41275" y="82550"/>
                  </a:cubicBezTo>
                </a:path>
              </a:pathLst>
            </a:custGeom>
            <a:noFill/>
            <a:ln w="19050">
              <a:solidFill>
                <a:srgbClr val="33D1FF"/>
              </a:solidFill>
            </a:ln>
          </p:spPr>
        </p:sp>
        <p:sp>
          <p:nvSpPr>
            <p:cNvPr id="39" name="Freeform 39"/>
            <p:cNvSpPr/>
            <p:nvPr/>
          </p:nvSpPr>
          <p:spPr>
            <a:xfrm>
              <a:off x="5322888" y="2636838"/>
              <a:ext cx="309563" cy="288925"/>
            </a:xfrm>
            <a:custGeom>
              <a:avLst/>
              <a:gdLst/>
              <a:ahLst/>
              <a:cxnLst/>
              <a:rect l="l" t="t" r="r" b="b"/>
              <a:pathLst>
                <a:path w="309563" h="288925">
                  <a:moveTo>
                    <a:pt x="123825" y="288925"/>
                  </a:moveTo>
                  <a:lnTo>
                    <a:pt x="237332" y="288925"/>
                  </a:lnTo>
                  <a:cubicBezTo>
                    <a:pt x="277224" y="288925"/>
                    <a:pt x="309563" y="256586"/>
                    <a:pt x="309563" y="216694"/>
                  </a:cubicBezTo>
                  <a:cubicBezTo>
                    <a:pt x="309563" y="176802"/>
                    <a:pt x="277224" y="144463"/>
                    <a:pt x="237332" y="144463"/>
                  </a:cubicBezTo>
                  <a:lnTo>
                    <a:pt x="72231" y="144463"/>
                  </a:lnTo>
                  <a:cubicBezTo>
                    <a:pt x="32339" y="144463"/>
                    <a:pt x="0" y="112124"/>
                    <a:pt x="0" y="72231"/>
                  </a:cubicBezTo>
                  <a:cubicBezTo>
                    <a:pt x="0" y="32339"/>
                    <a:pt x="32339" y="0"/>
                    <a:pt x="72231" y="0"/>
                  </a:cubicBezTo>
                  <a:lnTo>
                    <a:pt x="165100" y="0"/>
                  </a:lnTo>
                </a:path>
              </a:pathLst>
            </a:custGeom>
            <a:noFill/>
            <a:ln w="19050">
              <a:solidFill>
                <a:srgbClr val="33D1FF"/>
              </a:solidFill>
            </a:ln>
          </p:spPr>
        </p:sp>
      </p:grpSp>
      <p:sp>
        <p:nvSpPr>
          <p:cNvPr id="41" name="TextBox 41"/>
          <p:cNvSpPr txBox="1"/>
          <p:nvPr/>
        </p:nvSpPr>
        <p:spPr>
          <a:xfrm>
            <a:off x="5210556" y="3215640"/>
            <a:ext cx="1575027"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Three-Stage</a:t>
            </a:r>
          </a:p>
        </p:txBody>
      </p:sp>
      <p:sp>
        <p:nvSpPr>
          <p:cNvPr id="42" name="TextBox 42"/>
          <p:cNvSpPr txBox="1"/>
          <p:nvPr/>
        </p:nvSpPr>
        <p:spPr>
          <a:xfrm>
            <a:off x="5210556" y="3520440"/>
            <a:ext cx="1628769"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Confirmation</a:t>
            </a:r>
          </a:p>
        </p:txBody>
      </p:sp>
      <p:sp>
        <p:nvSpPr>
          <p:cNvPr id="43" name="TextBox 43"/>
          <p:cNvSpPr txBox="1"/>
          <p:nvPr/>
        </p:nvSpPr>
        <p:spPr>
          <a:xfrm>
            <a:off x="5212842" y="3930968"/>
            <a:ext cx="1991143"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Direction to execution</a:t>
            </a:r>
          </a:p>
        </p:txBody>
      </p:sp>
      <p:sp>
        <p:nvSpPr>
          <p:cNvPr id="44" name="Rectangle 44"/>
          <p:cNvSpPr/>
          <p:nvPr/>
        </p:nvSpPr>
        <p:spPr>
          <a:xfrm>
            <a:off x="5219700" y="4362450"/>
            <a:ext cx="1447800" cy="457200"/>
          </a:xfrm>
          <a:prstGeom prst="roundRect">
            <a:avLst>
              <a:gd name="adj" fmla="val 16667"/>
            </a:avLst>
          </a:prstGeom>
          <a:solidFill>
            <a:srgbClr val="08111F"/>
          </a:solidFill>
          <a:ln w="19050">
            <a:solidFill>
              <a:srgbClr val="23415E"/>
            </a:solidFill>
          </a:ln>
        </p:spPr>
      </p:sp>
      <p:sp>
        <p:nvSpPr>
          <p:cNvPr id="45" name="TextBox 45"/>
          <p:cNvSpPr txBox="1"/>
          <p:nvPr/>
        </p:nvSpPr>
        <p:spPr>
          <a:xfrm>
            <a:off x="5311794" y="4511992"/>
            <a:ext cx="1263612"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spec_lock.md</a:t>
            </a:r>
          </a:p>
        </p:txBody>
      </p:sp>
      <p:sp>
        <p:nvSpPr>
          <p:cNvPr id="46" name="Freeform 46"/>
          <p:cNvSpPr/>
          <p:nvPr/>
        </p:nvSpPr>
        <p:spPr>
          <a:xfrm>
            <a:off x="6896100" y="2952750"/>
            <a:ext cx="304800" cy="9525"/>
          </a:xfrm>
          <a:custGeom>
            <a:avLst/>
            <a:gdLst/>
            <a:ahLst/>
            <a:cxnLst/>
            <a:rect l="l" t="t" r="r" b="b"/>
            <a:pathLst>
              <a:path w="304800" h="9525">
                <a:moveTo>
                  <a:pt x="0" y="0"/>
                </a:moveTo>
                <a:lnTo>
                  <a:pt x="304800" y="0"/>
                </a:lnTo>
              </a:path>
            </a:pathLst>
          </a:custGeom>
          <a:noFill/>
          <a:ln w="19050">
            <a:solidFill>
              <a:srgbClr val="FFB347"/>
            </a:solidFill>
          </a:ln>
        </p:spPr>
      </p:sp>
      <p:sp>
        <p:nvSpPr>
          <p:cNvPr id="47" name="Freeform 47"/>
          <p:cNvSpPr/>
          <p:nvPr/>
        </p:nvSpPr>
        <p:spPr>
          <a:xfrm>
            <a:off x="7086600" y="2876550"/>
            <a:ext cx="114300" cy="152400"/>
          </a:xfrm>
          <a:custGeom>
            <a:avLst/>
            <a:gdLst/>
            <a:ahLst/>
            <a:cxnLst/>
            <a:rect l="l" t="t" r="r" b="b"/>
            <a:pathLst>
              <a:path w="114300" h="152400">
                <a:moveTo>
                  <a:pt x="0" y="0"/>
                </a:moveTo>
                <a:lnTo>
                  <a:pt x="114300" y="76200"/>
                </a:lnTo>
                <a:lnTo>
                  <a:pt x="0" y="152400"/>
                </a:lnTo>
              </a:path>
            </a:pathLst>
          </a:custGeom>
          <a:noFill/>
          <a:ln w="19050">
            <a:solidFill>
              <a:srgbClr val="FFB347"/>
            </a:solidFill>
          </a:ln>
        </p:spPr>
      </p:sp>
      <p:sp>
        <p:nvSpPr>
          <p:cNvPr id="48" name="Rectangle 48"/>
          <p:cNvSpPr/>
          <p:nvPr/>
        </p:nvSpPr>
        <p:spPr>
          <a:xfrm>
            <a:off x="7200900" y="1943100"/>
            <a:ext cx="1905000" cy="3143250"/>
          </a:xfrm>
          <a:prstGeom prst="roundRect">
            <a:avLst>
              <a:gd name="adj" fmla="val 4000"/>
            </a:avLst>
          </a:prstGeom>
          <a:solidFill>
            <a:srgbClr val="10243B"/>
          </a:solidFill>
          <a:ln w="19050">
            <a:solidFill>
              <a:srgbClr val="FFB347"/>
            </a:solidFill>
          </a:ln>
        </p:spPr>
      </p:sp>
      <p:sp>
        <p:nvSpPr>
          <p:cNvPr id="49" name="TextBox 49"/>
          <p:cNvSpPr txBox="1"/>
          <p:nvPr/>
        </p:nvSpPr>
        <p:spPr>
          <a:xfrm>
            <a:off x="7422642" y="2140268"/>
            <a:ext cx="1173061" cy="264033"/>
          </a:xfrm>
          <a:prstGeom prst="rect">
            <a:avLst/>
          </a:prstGeom>
          <a:noFill/>
          <a:ln>
            <a:noFill/>
          </a:ln>
        </p:spPr>
        <p:txBody>
          <a:bodyPr wrap="none" lIns="0" tIns="0" rIns="0" bIns="0" anchor="t" anchorCtr="0">
            <a:spAutoFit/>
          </a:bodyPr>
          <a:lstStyle/>
          <a:p>
            <a:pPr algn="l"/>
            <a:r>
              <a:rPr lang="en-US" sz="1350" b="1" dirty="0">
                <a:solidFill>
                  <a:srgbClr val="FFB347"/>
                </a:solidFill>
                <a:latin typeface="Consolas"/>
                <a:ea typeface="Consolas"/>
                <a:cs typeface="Consolas"/>
              </a:rPr>
              <a:t>04 / EXPORT</a:t>
            </a:r>
          </a:p>
        </p:txBody>
      </p:sp>
      <p:grpSp>
        <p:nvGrpSpPr>
          <p:cNvPr id="55" name="Group 55"/>
          <p:cNvGrpSpPr/>
          <p:nvPr/>
        </p:nvGrpSpPr>
        <p:grpSpPr>
          <a:xfrm>
            <a:off x="7491413" y="2616200"/>
            <a:ext cx="371476" cy="339726"/>
            <a:chOff x="7491413" y="2616200"/>
            <a:chExt cx="371476" cy="339726"/>
          </a:xfrm>
        </p:grpSpPr>
        <p:sp>
          <p:nvSpPr>
            <p:cNvPr id="50" name="Freeform 50"/>
            <p:cNvSpPr/>
            <p:nvPr/>
          </p:nvSpPr>
          <p:spPr>
            <a:xfrm>
              <a:off x="7491413" y="2616200"/>
              <a:ext cx="371476" cy="9525"/>
            </a:xfrm>
            <a:custGeom>
              <a:avLst/>
              <a:gdLst/>
              <a:ahLst/>
              <a:cxnLst/>
              <a:rect l="l" t="t" r="r" b="b"/>
              <a:pathLst>
                <a:path w="371476" h="9525">
                  <a:moveTo>
                    <a:pt x="0" y="0"/>
                  </a:moveTo>
                  <a:lnTo>
                    <a:pt x="371476" y="0"/>
                  </a:lnTo>
                </a:path>
              </a:pathLst>
            </a:custGeom>
            <a:noFill/>
            <a:ln w="19050">
              <a:solidFill>
                <a:srgbClr val="FFB347"/>
              </a:solidFill>
            </a:ln>
          </p:spPr>
        </p:sp>
        <p:sp>
          <p:nvSpPr>
            <p:cNvPr id="51" name="Freeform 51"/>
            <p:cNvSpPr/>
            <p:nvPr/>
          </p:nvSpPr>
          <p:spPr>
            <a:xfrm>
              <a:off x="7512050" y="2616200"/>
              <a:ext cx="330201" cy="247650"/>
            </a:xfrm>
            <a:custGeom>
              <a:avLst/>
              <a:gdLst/>
              <a:ahLst/>
              <a:cxnLst/>
              <a:rect l="l" t="t" r="r" b="b"/>
              <a:pathLst>
                <a:path w="330201" h="247650">
                  <a:moveTo>
                    <a:pt x="0" y="0"/>
                  </a:moveTo>
                  <a:lnTo>
                    <a:pt x="0" y="206375"/>
                  </a:lnTo>
                  <a:cubicBezTo>
                    <a:pt x="0" y="229171"/>
                    <a:pt x="18479" y="247650"/>
                    <a:pt x="41275" y="247650"/>
                  </a:cubicBezTo>
                  <a:lnTo>
                    <a:pt x="288925" y="247650"/>
                  </a:lnTo>
                  <a:cubicBezTo>
                    <a:pt x="311721" y="247650"/>
                    <a:pt x="330201" y="229171"/>
                    <a:pt x="330201" y="206375"/>
                  </a:cubicBezTo>
                  <a:lnTo>
                    <a:pt x="330201" y="0"/>
                  </a:lnTo>
                </a:path>
              </a:pathLst>
            </a:custGeom>
            <a:noFill/>
            <a:ln w="19050">
              <a:solidFill>
                <a:srgbClr val="FFB347"/>
              </a:solidFill>
            </a:ln>
          </p:spPr>
        </p:sp>
        <p:sp>
          <p:nvSpPr>
            <p:cNvPr id="52" name="Freeform 52"/>
            <p:cNvSpPr/>
            <p:nvPr/>
          </p:nvSpPr>
          <p:spPr>
            <a:xfrm>
              <a:off x="7677150" y="2863851"/>
              <a:ext cx="9525" cy="82550"/>
            </a:xfrm>
            <a:custGeom>
              <a:avLst/>
              <a:gdLst/>
              <a:ahLst/>
              <a:cxnLst/>
              <a:rect l="l" t="t" r="r" b="b"/>
              <a:pathLst>
                <a:path w="9525" h="82550">
                  <a:moveTo>
                    <a:pt x="0" y="0"/>
                  </a:moveTo>
                  <a:lnTo>
                    <a:pt x="0" y="82550"/>
                  </a:lnTo>
                </a:path>
              </a:pathLst>
            </a:custGeom>
            <a:noFill/>
            <a:ln w="19050">
              <a:solidFill>
                <a:srgbClr val="FFB347"/>
              </a:solidFill>
            </a:ln>
          </p:spPr>
        </p:sp>
        <p:sp>
          <p:nvSpPr>
            <p:cNvPr id="53" name="Freeform 53"/>
            <p:cNvSpPr/>
            <p:nvPr/>
          </p:nvSpPr>
          <p:spPr>
            <a:xfrm>
              <a:off x="7615238" y="2946401"/>
              <a:ext cx="123825" cy="9525"/>
            </a:xfrm>
            <a:custGeom>
              <a:avLst/>
              <a:gdLst/>
              <a:ahLst/>
              <a:cxnLst/>
              <a:rect l="l" t="t" r="r" b="b"/>
              <a:pathLst>
                <a:path w="123825" h="9525">
                  <a:moveTo>
                    <a:pt x="0" y="0"/>
                  </a:moveTo>
                  <a:lnTo>
                    <a:pt x="123825" y="0"/>
                  </a:lnTo>
                </a:path>
              </a:pathLst>
            </a:custGeom>
            <a:noFill/>
            <a:ln w="19050">
              <a:solidFill>
                <a:srgbClr val="FFB347"/>
              </a:solidFill>
            </a:ln>
          </p:spPr>
        </p:sp>
        <p:sp>
          <p:nvSpPr>
            <p:cNvPr id="54" name="Freeform 54"/>
            <p:cNvSpPr/>
            <p:nvPr/>
          </p:nvSpPr>
          <p:spPr>
            <a:xfrm>
              <a:off x="7594600" y="2698750"/>
              <a:ext cx="165100" cy="82550"/>
            </a:xfrm>
            <a:custGeom>
              <a:avLst/>
              <a:gdLst/>
              <a:ahLst/>
              <a:cxnLst/>
              <a:rect l="l" t="t" r="r" b="b"/>
              <a:pathLst>
                <a:path w="165100" h="82550">
                  <a:moveTo>
                    <a:pt x="0" y="82550"/>
                  </a:moveTo>
                  <a:lnTo>
                    <a:pt x="61913" y="20638"/>
                  </a:lnTo>
                  <a:lnTo>
                    <a:pt x="103188" y="61913"/>
                  </a:lnTo>
                  <a:lnTo>
                    <a:pt x="165100" y="0"/>
                  </a:lnTo>
                </a:path>
              </a:pathLst>
            </a:custGeom>
            <a:noFill/>
            <a:ln w="19050">
              <a:solidFill>
                <a:srgbClr val="FFB347"/>
              </a:solidFill>
            </a:ln>
          </p:spPr>
        </p:sp>
      </p:grpSp>
      <p:sp>
        <p:nvSpPr>
          <p:cNvPr id="56" name="TextBox 56"/>
          <p:cNvSpPr txBox="1"/>
          <p:nvPr/>
        </p:nvSpPr>
        <p:spPr>
          <a:xfrm>
            <a:off x="7420356" y="3215640"/>
            <a:ext cx="1877835"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Native Editable</a:t>
            </a:r>
          </a:p>
        </p:txBody>
      </p:sp>
      <p:sp>
        <p:nvSpPr>
          <p:cNvPr id="57" name="TextBox 57"/>
          <p:cNvSpPr txBox="1"/>
          <p:nvPr/>
        </p:nvSpPr>
        <p:spPr>
          <a:xfrm>
            <a:off x="7420356" y="3520440"/>
            <a:ext cx="609722"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PPTX</a:t>
            </a:r>
          </a:p>
        </p:txBody>
      </p:sp>
      <p:sp>
        <p:nvSpPr>
          <p:cNvPr id="58" name="TextBox 58"/>
          <p:cNvSpPr txBox="1"/>
          <p:nvPr/>
        </p:nvSpPr>
        <p:spPr>
          <a:xfrm>
            <a:off x="7422642" y="3930968"/>
            <a:ext cx="1666708"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DrawingML objects</a:t>
            </a:r>
          </a:p>
        </p:txBody>
      </p:sp>
      <p:sp>
        <p:nvSpPr>
          <p:cNvPr id="59" name="Rectangle 59"/>
          <p:cNvSpPr/>
          <p:nvPr/>
        </p:nvSpPr>
        <p:spPr>
          <a:xfrm>
            <a:off x="7429500" y="4362450"/>
            <a:ext cx="1447800" cy="457200"/>
          </a:xfrm>
          <a:prstGeom prst="roundRect">
            <a:avLst>
              <a:gd name="adj" fmla="val 16667"/>
            </a:avLst>
          </a:prstGeom>
          <a:solidFill>
            <a:srgbClr val="08111F"/>
          </a:solidFill>
          <a:ln w="19050">
            <a:solidFill>
              <a:srgbClr val="23415E"/>
            </a:solidFill>
          </a:ln>
        </p:spPr>
      </p:sp>
      <p:sp>
        <p:nvSpPr>
          <p:cNvPr id="60" name="TextBox 60"/>
          <p:cNvSpPr txBox="1"/>
          <p:nvPr/>
        </p:nvSpPr>
        <p:spPr>
          <a:xfrm>
            <a:off x="7674253" y="4511992"/>
            <a:ext cx="958294"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deck.pptx</a:t>
            </a:r>
          </a:p>
        </p:txBody>
      </p:sp>
      <p:sp>
        <p:nvSpPr>
          <p:cNvPr id="61" name="Freeform 61"/>
          <p:cNvSpPr/>
          <p:nvPr/>
        </p:nvSpPr>
        <p:spPr>
          <a:xfrm>
            <a:off x="9105900" y="2952750"/>
            <a:ext cx="304800" cy="9525"/>
          </a:xfrm>
          <a:custGeom>
            <a:avLst/>
            <a:gdLst/>
            <a:ahLst/>
            <a:cxnLst/>
            <a:rect l="l" t="t" r="r" b="b"/>
            <a:pathLst>
              <a:path w="304800" h="9525">
                <a:moveTo>
                  <a:pt x="0" y="0"/>
                </a:moveTo>
                <a:lnTo>
                  <a:pt x="304800" y="0"/>
                </a:lnTo>
              </a:path>
            </a:pathLst>
          </a:custGeom>
          <a:noFill/>
          <a:ln w="19050">
            <a:solidFill>
              <a:srgbClr val="FFB347"/>
            </a:solidFill>
          </a:ln>
        </p:spPr>
      </p:sp>
      <p:sp>
        <p:nvSpPr>
          <p:cNvPr id="62" name="Freeform 62"/>
          <p:cNvSpPr/>
          <p:nvPr/>
        </p:nvSpPr>
        <p:spPr>
          <a:xfrm>
            <a:off x="9296400" y="2876550"/>
            <a:ext cx="114300" cy="152400"/>
          </a:xfrm>
          <a:custGeom>
            <a:avLst/>
            <a:gdLst/>
            <a:ahLst/>
            <a:cxnLst/>
            <a:rect l="l" t="t" r="r" b="b"/>
            <a:pathLst>
              <a:path w="114300" h="152400">
                <a:moveTo>
                  <a:pt x="0" y="0"/>
                </a:moveTo>
                <a:lnTo>
                  <a:pt x="114300" y="76200"/>
                </a:lnTo>
                <a:lnTo>
                  <a:pt x="0" y="152400"/>
                </a:lnTo>
              </a:path>
            </a:pathLst>
          </a:custGeom>
          <a:noFill/>
          <a:ln w="19050">
            <a:solidFill>
              <a:srgbClr val="FFB347"/>
            </a:solidFill>
          </a:ln>
        </p:spPr>
      </p:sp>
      <p:sp>
        <p:nvSpPr>
          <p:cNvPr id="63" name="Rectangle 63"/>
          <p:cNvSpPr/>
          <p:nvPr/>
        </p:nvSpPr>
        <p:spPr>
          <a:xfrm>
            <a:off x="9410700" y="1943100"/>
            <a:ext cx="2209800" cy="3143250"/>
          </a:xfrm>
          <a:prstGeom prst="roundRect">
            <a:avLst>
              <a:gd name="adj" fmla="val 3448"/>
            </a:avLst>
          </a:prstGeom>
          <a:solidFill>
            <a:srgbClr val="10243B"/>
          </a:solidFill>
          <a:ln w="19050">
            <a:solidFill>
              <a:srgbClr val="7C83FD"/>
            </a:solidFill>
          </a:ln>
        </p:spPr>
      </p:sp>
      <p:sp>
        <p:nvSpPr>
          <p:cNvPr id="64" name="TextBox 64"/>
          <p:cNvSpPr txBox="1"/>
          <p:nvPr/>
        </p:nvSpPr>
        <p:spPr>
          <a:xfrm>
            <a:off x="9632442" y="2140268"/>
            <a:ext cx="1243630" cy="264033"/>
          </a:xfrm>
          <a:prstGeom prst="rect">
            <a:avLst/>
          </a:prstGeom>
          <a:noFill/>
          <a:ln>
            <a:noFill/>
          </a:ln>
        </p:spPr>
        <p:txBody>
          <a:bodyPr wrap="none" lIns="0" tIns="0" rIns="0" bIns="0" anchor="t" anchorCtr="0">
            <a:spAutoFit/>
          </a:bodyPr>
          <a:lstStyle/>
          <a:p>
            <a:pPr algn="l"/>
            <a:r>
              <a:rPr lang="en-US" sz="1350" b="1" dirty="0">
                <a:solidFill>
                  <a:srgbClr val="7C83FD"/>
                </a:solidFill>
                <a:latin typeface="Consolas"/>
                <a:ea typeface="Consolas"/>
                <a:cs typeface="Consolas"/>
              </a:rPr>
              <a:t>05 / CHECKUP</a:t>
            </a:r>
          </a:p>
        </p:txBody>
      </p:sp>
      <p:grpSp>
        <p:nvGrpSpPr>
          <p:cNvPr id="67" name="Group 67"/>
          <p:cNvGrpSpPr/>
          <p:nvPr/>
        </p:nvGrpSpPr>
        <p:grpSpPr>
          <a:xfrm>
            <a:off x="9701213" y="2595563"/>
            <a:ext cx="371476" cy="371476"/>
            <a:chOff x="9701213" y="2595563"/>
            <a:chExt cx="371476" cy="371476"/>
          </a:xfrm>
        </p:grpSpPr>
        <p:sp>
          <p:nvSpPr>
            <p:cNvPr id="65" name="Freeform 65"/>
            <p:cNvSpPr/>
            <p:nvPr/>
          </p:nvSpPr>
          <p:spPr>
            <a:xfrm>
              <a:off x="9701213" y="2595563"/>
              <a:ext cx="371476" cy="371476"/>
            </a:xfrm>
            <a:custGeom>
              <a:avLst/>
              <a:gdLst/>
              <a:ahLst/>
              <a:cxnLst/>
              <a:rect l="l" t="t" r="r" b="b"/>
              <a:pathLst>
                <a:path w="371476" h="371476">
                  <a:moveTo>
                    <a:pt x="0" y="185738"/>
                  </a:moveTo>
                  <a:cubicBezTo>
                    <a:pt x="0" y="288318"/>
                    <a:pt x="83158" y="371476"/>
                    <a:pt x="185738" y="371476"/>
                  </a:cubicBezTo>
                  <a:cubicBezTo>
                    <a:pt x="288318" y="371476"/>
                    <a:pt x="371476" y="288318"/>
                    <a:pt x="371476" y="185738"/>
                  </a:cubicBezTo>
                  <a:cubicBezTo>
                    <a:pt x="371476" y="83158"/>
                    <a:pt x="288318" y="0"/>
                    <a:pt x="185738" y="0"/>
                  </a:cubicBezTo>
                  <a:cubicBezTo>
                    <a:pt x="83158" y="0"/>
                    <a:pt x="0" y="83158"/>
                    <a:pt x="0" y="185738"/>
                  </a:cubicBezTo>
                </a:path>
              </a:pathLst>
            </a:custGeom>
            <a:noFill/>
            <a:ln w="19050">
              <a:solidFill>
                <a:srgbClr val="7C83FD"/>
              </a:solidFill>
            </a:ln>
          </p:spPr>
        </p:sp>
        <p:sp>
          <p:nvSpPr>
            <p:cNvPr id="66" name="Freeform 66"/>
            <p:cNvSpPr/>
            <p:nvPr/>
          </p:nvSpPr>
          <p:spPr>
            <a:xfrm>
              <a:off x="9825038" y="2740025"/>
              <a:ext cx="123825" cy="82550"/>
            </a:xfrm>
            <a:custGeom>
              <a:avLst/>
              <a:gdLst/>
              <a:ahLst/>
              <a:cxnLst/>
              <a:rect l="l" t="t" r="r" b="b"/>
              <a:pathLst>
                <a:path w="123825" h="82550">
                  <a:moveTo>
                    <a:pt x="0" y="41275"/>
                  </a:moveTo>
                  <a:lnTo>
                    <a:pt x="41275" y="82550"/>
                  </a:lnTo>
                  <a:lnTo>
                    <a:pt x="123825" y="0"/>
                  </a:lnTo>
                </a:path>
              </a:pathLst>
            </a:custGeom>
            <a:noFill/>
            <a:ln w="19050">
              <a:solidFill>
                <a:srgbClr val="7C83FD"/>
              </a:solidFill>
            </a:ln>
          </p:spPr>
        </p:sp>
      </p:grpSp>
      <p:sp>
        <p:nvSpPr>
          <p:cNvPr id="68" name="TextBox 68"/>
          <p:cNvSpPr txBox="1"/>
          <p:nvPr/>
        </p:nvSpPr>
        <p:spPr>
          <a:xfrm>
            <a:off x="9630156" y="3291840"/>
            <a:ext cx="1557864"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Humanize QA</a:t>
            </a:r>
          </a:p>
        </p:txBody>
      </p:sp>
      <p:sp>
        <p:nvSpPr>
          <p:cNvPr id="69" name="TextBox 69"/>
          <p:cNvSpPr txBox="1"/>
          <p:nvPr/>
        </p:nvSpPr>
        <p:spPr>
          <a:xfrm>
            <a:off x="9632442" y="3759518"/>
            <a:ext cx="1628591"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Structure + notes</a:t>
            </a:r>
          </a:p>
        </p:txBody>
      </p:sp>
      <p:sp>
        <p:nvSpPr>
          <p:cNvPr id="70" name="Rectangle 70"/>
          <p:cNvSpPr/>
          <p:nvPr/>
        </p:nvSpPr>
        <p:spPr>
          <a:xfrm>
            <a:off x="9639300" y="4362450"/>
            <a:ext cx="1752600" cy="457200"/>
          </a:xfrm>
          <a:prstGeom prst="roundRect">
            <a:avLst>
              <a:gd name="adj" fmla="val 16667"/>
            </a:avLst>
          </a:prstGeom>
          <a:solidFill>
            <a:srgbClr val="08111F"/>
          </a:solidFill>
          <a:ln w="19050">
            <a:solidFill>
              <a:srgbClr val="23415E"/>
            </a:solidFill>
          </a:ln>
        </p:spPr>
      </p:sp>
      <p:sp>
        <p:nvSpPr>
          <p:cNvPr id="71" name="TextBox 71"/>
          <p:cNvSpPr txBox="1"/>
          <p:nvPr/>
        </p:nvSpPr>
        <p:spPr>
          <a:xfrm>
            <a:off x="9859941" y="4511992"/>
            <a:ext cx="1311318"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qa_report.md</a:t>
            </a:r>
          </a:p>
        </p:txBody>
      </p:sp>
      <p:sp>
        <p:nvSpPr>
          <p:cNvPr id="72" name="Rectangle 72"/>
          <p:cNvSpPr/>
          <p:nvPr/>
        </p:nvSpPr>
        <p:spPr>
          <a:xfrm>
            <a:off x="571500" y="5467350"/>
            <a:ext cx="11049000" cy="819150"/>
          </a:xfrm>
          <a:prstGeom prst="roundRect">
            <a:avLst>
              <a:gd name="adj" fmla="val 9302"/>
            </a:avLst>
          </a:prstGeom>
          <a:solidFill>
            <a:srgbClr val="08111F"/>
          </a:solidFill>
          <a:ln w="19050">
            <a:solidFill>
              <a:srgbClr val="23415E"/>
            </a:solidFill>
          </a:ln>
        </p:spPr>
      </p:sp>
      <p:sp>
        <p:nvSpPr>
          <p:cNvPr id="73" name="TextBox 73"/>
          <p:cNvSpPr txBox="1"/>
          <p:nvPr/>
        </p:nvSpPr>
        <p:spPr>
          <a:xfrm>
            <a:off x="2897410" y="5589270"/>
            <a:ext cx="6397181" cy="469392"/>
          </a:xfrm>
          <a:prstGeom prst="rect">
            <a:avLst/>
          </a:prstGeom>
          <a:noFill/>
          <a:ln>
            <a:noFill/>
          </a:ln>
        </p:spPr>
        <p:txBody>
          <a:bodyPr wrap="none" lIns="0" tIns="0" rIns="0" bIns="0" anchor="t" anchorCtr="0">
            <a:spAutoFit/>
          </a:bodyPr>
          <a:lstStyle/>
          <a:p>
            <a:pPr algn="ctr"/>
            <a:r>
              <a:rPr lang="en-US" sz="2400" b="1" dirty="0">
                <a:solidFill>
                  <a:srgbClr val="EAF2FF"/>
                </a:solidFill>
                <a:latin typeface="Arial"/>
                <a:ea typeface="Arial"/>
                <a:cs typeface="Arial"/>
              </a:rPr>
              <a:t>Fix the source that owns the problem—</a:t>
            </a:r>
          </a:p>
        </p:txBody>
      </p:sp>
      <p:sp>
        <p:nvSpPr>
          <p:cNvPr id="74" name="TextBox 74"/>
          <p:cNvSpPr txBox="1"/>
          <p:nvPr/>
        </p:nvSpPr>
        <p:spPr>
          <a:xfrm>
            <a:off x="3228873" y="5932170"/>
            <a:ext cx="5734255" cy="469392"/>
          </a:xfrm>
          <a:prstGeom prst="rect">
            <a:avLst/>
          </a:prstGeom>
          <a:noFill/>
          <a:ln>
            <a:noFill/>
          </a:ln>
        </p:spPr>
        <p:txBody>
          <a:bodyPr wrap="none" lIns="0" tIns="0" rIns="0" bIns="0" anchor="t" anchorCtr="0">
            <a:spAutoFit/>
          </a:bodyPr>
          <a:lstStyle/>
          <a:p>
            <a:pPr algn="ctr"/>
            <a:r>
              <a:rPr lang="en-US" sz="2400" b="1" dirty="0">
                <a:solidFill>
                  <a:srgbClr val="EAF2FF"/>
                </a:solidFill>
                <a:latin typeface="Arial"/>
                <a:ea typeface="Arial"/>
                <a:cs typeface="Arial"/>
              </a:rPr>
              <a:t>not the exported OOXML package.</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FB347">
                  <a:alpha val="16000"/>
                </a:srgbClr>
              </a:gs>
              <a:gs pos="100000">
                <a:srgbClr val="FFB347">
                  <a:alpha val="0"/>
                </a:srgbClr>
              </a:gs>
            </a:gsLst>
            <a:path path="circle">
              <a:fillToRect l="50000" t="50000" r="50000" b="50000"/>
            </a:path>
          </a:gradFill>
          <a:ln>
            <a:noFill/>
          </a:ln>
        </p:spPr>
      </p:sp>
      <p:sp>
        <p:nvSpPr>
          <p:cNvPr id="3" name="TextBox 3"/>
          <p:cNvSpPr txBox="1"/>
          <p:nvPr/>
        </p:nvSpPr>
        <p:spPr>
          <a:xfrm>
            <a:off x="564642" y="482918"/>
            <a:ext cx="1973961" cy="264033"/>
          </a:xfrm>
          <a:prstGeom prst="rect">
            <a:avLst/>
          </a:prstGeom>
          <a:noFill/>
          <a:ln>
            <a:noFill/>
          </a:ln>
        </p:spPr>
        <p:txBody>
          <a:bodyPr wrap="none" lIns="0" tIns="0" rIns="0" bIns="0" anchor="t" anchorCtr="0">
            <a:spAutoFit/>
          </a:bodyPr>
          <a:lstStyle/>
          <a:p>
            <a:pPr algn="l"/>
            <a:r>
              <a:rPr lang="en-US" sz="1350" b="1" spc="225" dirty="0">
                <a:solidFill>
                  <a:srgbClr val="33D1FF"/>
                </a:solidFill>
                <a:latin typeface="Consolas"/>
                <a:ea typeface="Consolas"/>
                <a:cs typeface="Consolas"/>
              </a:rPr>
              <a:t>NATIVE DELIVERY</a:t>
            </a:r>
          </a:p>
        </p:txBody>
      </p:sp>
      <p:sp>
        <p:nvSpPr>
          <p:cNvPr id="4" name="TextBox 4"/>
          <p:cNvSpPr txBox="1"/>
          <p:nvPr/>
        </p:nvSpPr>
        <p:spPr>
          <a:xfrm>
            <a:off x="552450" y="727710"/>
            <a:ext cx="6470317" cy="819150"/>
          </a:xfrm>
          <a:prstGeom prst="rect">
            <a:avLst/>
          </a:prstGeom>
          <a:noFill/>
          <a:ln>
            <a:noFill/>
          </a:ln>
        </p:spPr>
        <p:txBody>
          <a:bodyPr wrap="none" lIns="0" tIns="0" rIns="0" bIns="0" anchor="t" anchorCtr="0">
            <a:spAutoFit/>
          </a:bodyPr>
          <a:lstStyle/>
          <a:p>
            <a:pPr algn="l"/>
            <a:r>
              <a:rPr lang="en-US" sz="4200" b="1" dirty="0">
                <a:solidFill>
                  <a:srgbClr val="EAF2FF"/>
                </a:solidFill>
                <a:latin typeface="Arial"/>
                <a:ea typeface="Arial"/>
                <a:cs typeface="Arial"/>
              </a:rPr>
              <a:t>More Than Five Images</a:t>
            </a:r>
          </a:p>
        </p:txBody>
      </p:sp>
      <p:sp>
        <p:nvSpPr>
          <p:cNvPr id="5" name="TextBox 5"/>
          <p:cNvSpPr txBox="1"/>
          <p:nvPr/>
        </p:nvSpPr>
        <p:spPr>
          <a:xfrm>
            <a:off x="10974382" y="521018"/>
            <a:ext cx="652976" cy="264033"/>
          </a:xfrm>
          <a:prstGeom prst="rect">
            <a:avLst/>
          </a:prstGeom>
          <a:noFill/>
          <a:ln>
            <a:noFill/>
          </a:ln>
        </p:spPr>
        <p:txBody>
          <a:bodyPr wrap="none" lIns="0" tIns="0" rIns="0" bIns="0" anchor="t" anchorCtr="0">
            <a:spAutoFit/>
          </a:bodyPr>
          <a:lstStyle/>
          <a:p>
            <a:pPr algn="r"/>
            <a:r>
              <a:rPr lang="en-US" sz="1350" b="1" dirty="0">
                <a:solidFill>
                  <a:srgbClr val="7890AA"/>
                </a:solidFill>
                <a:latin typeface="Consolas"/>
                <a:ea typeface="Consolas"/>
                <a:cs typeface="Consolas"/>
              </a:rPr>
              <a:t>04 / 05</a:t>
            </a:r>
          </a:p>
        </p:txBody>
      </p:sp>
      <p:sp>
        <p:nvSpPr>
          <p:cNvPr id="6" name="Freeform 6"/>
          <p:cNvSpPr/>
          <p:nvPr/>
        </p:nvSpPr>
        <p:spPr>
          <a:xfrm>
            <a:off x="571500" y="1466850"/>
            <a:ext cx="11049000" cy="9525"/>
          </a:xfrm>
          <a:custGeom>
            <a:avLst/>
            <a:gdLst/>
            <a:ahLst/>
            <a:cxnLst/>
            <a:rect l="l" t="t" r="r" b="b"/>
            <a:pathLst>
              <a:path w="11049000" h="9525">
                <a:moveTo>
                  <a:pt x="0" y="0"/>
                </a:moveTo>
                <a:lnTo>
                  <a:pt x="11049000" y="0"/>
                </a:lnTo>
              </a:path>
            </a:pathLst>
          </a:custGeom>
          <a:noFill/>
          <a:ln w="19050">
            <a:solidFill>
              <a:srgbClr val="23415E"/>
            </a:solidFill>
          </a:ln>
        </p:spPr>
      </p:sp>
      <p:sp>
        <p:nvSpPr>
          <p:cNvPr id="7" name="TextBox 7"/>
          <p:cNvSpPr txBox="1"/>
          <p:nvPr/>
        </p:nvSpPr>
        <p:spPr>
          <a:xfrm>
            <a:off x="552450" y="2834640"/>
            <a:ext cx="644496" cy="1504950"/>
          </a:xfrm>
          <a:prstGeom prst="rect">
            <a:avLst/>
          </a:prstGeom>
          <a:noFill/>
          <a:ln>
            <a:noFill/>
          </a:ln>
        </p:spPr>
        <p:txBody>
          <a:bodyPr wrap="none" lIns="0" tIns="0" rIns="0" bIns="0" anchor="t" anchorCtr="0">
            <a:spAutoFit/>
          </a:bodyPr>
          <a:lstStyle/>
          <a:p>
            <a:pPr algn="l"/>
            <a:r>
              <a:rPr lang="en-US" sz="7800" b="1" dirty="0">
                <a:solidFill>
                  <a:srgbClr val="FFB347"/>
                </a:solidFill>
                <a:latin typeface="Arial"/>
                <a:ea typeface="Arial"/>
                <a:cs typeface="Arial"/>
              </a:rPr>
              <a:t>5</a:t>
            </a:r>
          </a:p>
        </p:txBody>
      </p:sp>
      <p:sp>
        <p:nvSpPr>
          <p:cNvPr id="8" name="TextBox 8"/>
          <p:cNvSpPr txBox="1"/>
          <p:nvPr/>
        </p:nvSpPr>
        <p:spPr>
          <a:xfrm>
            <a:off x="1546098" y="2803208"/>
            <a:ext cx="1466903" cy="616077"/>
          </a:xfrm>
          <a:prstGeom prst="rect">
            <a:avLst/>
          </a:prstGeom>
          <a:noFill/>
          <a:ln>
            <a:noFill/>
          </a:ln>
        </p:spPr>
        <p:txBody>
          <a:bodyPr wrap="none" lIns="0" tIns="0" rIns="0" bIns="0" anchor="t" anchorCtr="0">
            <a:spAutoFit/>
          </a:bodyPr>
          <a:lstStyle/>
          <a:p>
            <a:pPr algn="l"/>
            <a:r>
              <a:rPr lang="en-US" sz="3150" b="1" dirty="0">
                <a:solidFill>
                  <a:srgbClr val="EAF2FF"/>
                </a:solidFill>
                <a:latin typeface="Arial"/>
                <a:ea typeface="Arial"/>
                <a:cs typeface="Arial"/>
              </a:rPr>
              <a:t>NATIVE</a:t>
            </a:r>
          </a:p>
        </p:txBody>
      </p:sp>
      <p:sp>
        <p:nvSpPr>
          <p:cNvPr id="9" name="TextBox 9"/>
          <p:cNvSpPr txBox="1"/>
          <p:nvPr/>
        </p:nvSpPr>
        <p:spPr>
          <a:xfrm>
            <a:off x="1549908" y="3303270"/>
            <a:ext cx="1476085"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OUTPUTS</a:t>
            </a:r>
          </a:p>
        </p:txBody>
      </p:sp>
      <p:sp>
        <p:nvSpPr>
          <p:cNvPr id="10" name="TextBox 10"/>
          <p:cNvSpPr txBox="1"/>
          <p:nvPr/>
        </p:nvSpPr>
        <p:spPr>
          <a:xfrm>
            <a:off x="1552956" y="3749040"/>
            <a:ext cx="2921414"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Five independent results</a:t>
            </a:r>
          </a:p>
        </p:txBody>
      </p:sp>
      <p:sp>
        <p:nvSpPr>
          <p:cNvPr id="11" name="Freeform 11"/>
          <p:cNvSpPr/>
          <p:nvPr/>
        </p:nvSpPr>
        <p:spPr>
          <a:xfrm>
            <a:off x="571500" y="4324350"/>
            <a:ext cx="3124200" cy="9525"/>
          </a:xfrm>
          <a:custGeom>
            <a:avLst/>
            <a:gdLst/>
            <a:ahLst/>
            <a:cxnLst/>
            <a:rect l="l" t="t" r="r" b="b"/>
            <a:pathLst>
              <a:path w="3124200" h="9525">
                <a:moveTo>
                  <a:pt x="0" y="0"/>
                </a:moveTo>
                <a:lnTo>
                  <a:pt x="3124200" y="0"/>
                </a:lnTo>
              </a:path>
            </a:pathLst>
          </a:custGeom>
          <a:noFill/>
          <a:ln w="38100">
            <a:solidFill>
              <a:srgbClr val="FFB347"/>
            </a:solidFill>
          </a:ln>
        </p:spPr>
      </p:sp>
      <p:sp>
        <p:nvSpPr>
          <p:cNvPr id="12" name="TextBox 12"/>
          <p:cNvSpPr txBox="1"/>
          <p:nvPr/>
        </p:nvSpPr>
        <p:spPr>
          <a:xfrm>
            <a:off x="559308" y="4617720"/>
            <a:ext cx="3614646"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Audience gets design.</a:t>
            </a:r>
          </a:p>
        </p:txBody>
      </p:sp>
      <p:sp>
        <p:nvSpPr>
          <p:cNvPr id="13" name="TextBox 13"/>
          <p:cNvSpPr txBox="1"/>
          <p:nvPr/>
        </p:nvSpPr>
        <p:spPr>
          <a:xfrm>
            <a:off x="559308" y="5036820"/>
            <a:ext cx="3954307"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Creator keeps working.</a:t>
            </a:r>
          </a:p>
        </p:txBody>
      </p:sp>
      <p:sp>
        <p:nvSpPr>
          <p:cNvPr id="14" name="Rectangle 14"/>
          <p:cNvSpPr/>
          <p:nvPr/>
        </p:nvSpPr>
        <p:spPr>
          <a:xfrm>
            <a:off x="4267200" y="1809750"/>
            <a:ext cx="3371850" cy="1714500"/>
          </a:xfrm>
          <a:prstGeom prst="roundRect">
            <a:avLst>
              <a:gd name="adj" fmla="val 4444"/>
            </a:avLst>
          </a:prstGeom>
          <a:solidFill>
            <a:srgbClr val="10243B"/>
          </a:solidFill>
          <a:ln w="19050">
            <a:solidFill>
              <a:srgbClr val="33D1FF"/>
            </a:solidFill>
          </a:ln>
        </p:spPr>
      </p:sp>
      <p:grpSp>
        <p:nvGrpSpPr>
          <p:cNvPr id="18" name="Group 18"/>
          <p:cNvGrpSpPr/>
          <p:nvPr/>
        </p:nvGrpSpPr>
        <p:grpSpPr>
          <a:xfrm>
            <a:off x="4591050" y="2110642"/>
            <a:ext cx="327758" cy="327758"/>
            <a:chOff x="4591050" y="2110642"/>
            <a:chExt cx="327758" cy="327758"/>
          </a:xfrm>
        </p:grpSpPr>
        <p:sp>
          <p:nvSpPr>
            <p:cNvPr id="15" name="Freeform 15"/>
            <p:cNvSpPr/>
            <p:nvPr/>
          </p:nvSpPr>
          <p:spPr>
            <a:xfrm>
              <a:off x="4591050" y="2190750"/>
              <a:ext cx="247650" cy="247650"/>
            </a:xfrm>
            <a:custGeom>
              <a:avLst/>
              <a:gdLst/>
              <a:ahLst/>
              <a:cxnLst/>
              <a:rect l="l" t="t" r="r" b="b"/>
              <a:pathLst>
                <a:path w="247650" h="247650">
                  <a:moveTo>
                    <a:pt x="57150" y="0"/>
                  </a:moveTo>
                  <a:lnTo>
                    <a:pt x="38100" y="0"/>
                  </a:lnTo>
                  <a:cubicBezTo>
                    <a:pt x="17058" y="0"/>
                    <a:pt x="0" y="17058"/>
                    <a:pt x="0" y="38100"/>
                  </a:cubicBezTo>
                  <a:lnTo>
                    <a:pt x="0" y="209550"/>
                  </a:lnTo>
                  <a:cubicBezTo>
                    <a:pt x="0" y="230592"/>
                    <a:pt x="17058" y="247650"/>
                    <a:pt x="38100" y="247650"/>
                  </a:cubicBezTo>
                  <a:lnTo>
                    <a:pt x="209550" y="247650"/>
                  </a:lnTo>
                  <a:cubicBezTo>
                    <a:pt x="230592" y="247650"/>
                    <a:pt x="247650" y="230592"/>
                    <a:pt x="247650" y="209550"/>
                  </a:cubicBezTo>
                  <a:lnTo>
                    <a:pt x="247650" y="190500"/>
                  </a:lnTo>
                </a:path>
              </a:pathLst>
            </a:custGeom>
            <a:noFill/>
            <a:ln w="19050">
              <a:solidFill>
                <a:srgbClr val="33D1FF"/>
              </a:solidFill>
            </a:ln>
          </p:spPr>
        </p:sp>
        <p:sp>
          <p:nvSpPr>
            <p:cNvPr id="16" name="Freeform 16"/>
            <p:cNvSpPr/>
            <p:nvPr/>
          </p:nvSpPr>
          <p:spPr>
            <a:xfrm>
              <a:off x="4686300" y="2110642"/>
              <a:ext cx="232508" cy="232508"/>
            </a:xfrm>
            <a:custGeom>
              <a:avLst/>
              <a:gdLst/>
              <a:ahLst/>
              <a:cxnLst/>
              <a:rect l="l" t="t" r="r" b="b"/>
              <a:pathLst>
                <a:path w="232508" h="232508">
                  <a:moveTo>
                    <a:pt x="216884" y="72202"/>
                  </a:moveTo>
                  <a:cubicBezTo>
                    <a:pt x="232508" y="56578"/>
                    <a:pt x="232508" y="31247"/>
                    <a:pt x="216884" y="15624"/>
                  </a:cubicBezTo>
                  <a:cubicBezTo>
                    <a:pt x="201261" y="0"/>
                    <a:pt x="175929" y="0"/>
                    <a:pt x="160306" y="15624"/>
                  </a:cubicBezTo>
                  <a:lnTo>
                    <a:pt x="0" y="175358"/>
                  </a:lnTo>
                  <a:lnTo>
                    <a:pt x="0" y="232508"/>
                  </a:lnTo>
                  <a:lnTo>
                    <a:pt x="57150" y="232508"/>
                  </a:lnTo>
                  <a:lnTo>
                    <a:pt x="216884" y="72202"/>
                  </a:lnTo>
                </a:path>
              </a:pathLst>
            </a:custGeom>
            <a:noFill/>
            <a:ln w="19050">
              <a:solidFill>
                <a:srgbClr val="33D1FF"/>
              </a:solidFill>
            </a:ln>
          </p:spPr>
        </p:sp>
        <p:sp>
          <p:nvSpPr>
            <p:cNvPr id="17" name="Freeform 17"/>
            <p:cNvSpPr/>
            <p:nvPr/>
          </p:nvSpPr>
          <p:spPr>
            <a:xfrm>
              <a:off x="4819650" y="2152650"/>
              <a:ext cx="57150" cy="57150"/>
            </a:xfrm>
            <a:custGeom>
              <a:avLst/>
              <a:gdLst/>
              <a:ahLst/>
              <a:cxnLst/>
              <a:rect l="l" t="t" r="r" b="b"/>
              <a:pathLst>
                <a:path w="57150" h="57150">
                  <a:moveTo>
                    <a:pt x="0" y="0"/>
                  </a:moveTo>
                  <a:lnTo>
                    <a:pt x="57150" y="57150"/>
                  </a:lnTo>
                </a:path>
              </a:pathLst>
            </a:custGeom>
            <a:noFill/>
            <a:ln w="19050">
              <a:solidFill>
                <a:srgbClr val="33D1FF"/>
              </a:solidFill>
            </a:ln>
          </p:spPr>
        </p:sp>
      </p:grpSp>
      <p:sp>
        <p:nvSpPr>
          <p:cNvPr id="19" name="TextBox 19"/>
          <p:cNvSpPr txBox="1"/>
          <p:nvPr/>
        </p:nvSpPr>
        <p:spPr>
          <a:xfrm>
            <a:off x="5169408" y="2122170"/>
            <a:ext cx="2305885"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Text + Shapes</a:t>
            </a:r>
          </a:p>
        </p:txBody>
      </p:sp>
      <p:sp>
        <p:nvSpPr>
          <p:cNvPr id="20" name="TextBox 20"/>
          <p:cNvSpPr txBox="1"/>
          <p:nvPr/>
        </p:nvSpPr>
        <p:spPr>
          <a:xfrm>
            <a:off x="4505706" y="2720340"/>
            <a:ext cx="2777223"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Edit, rearrange, reuse</a:t>
            </a:r>
          </a:p>
        </p:txBody>
      </p:sp>
      <p:sp>
        <p:nvSpPr>
          <p:cNvPr id="21" name="TextBox 21"/>
          <p:cNvSpPr txBox="1"/>
          <p:nvPr/>
        </p:nvSpPr>
        <p:spPr>
          <a:xfrm>
            <a:off x="4507992" y="3130868"/>
            <a:ext cx="1727530"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Consolas"/>
                <a:ea typeface="Consolas"/>
                <a:cs typeface="Consolas"/>
              </a:rPr>
              <a:t>EDITABLE OBJECTS</a:t>
            </a:r>
          </a:p>
        </p:txBody>
      </p:sp>
      <p:sp>
        <p:nvSpPr>
          <p:cNvPr id="22" name="Rectangle 22"/>
          <p:cNvSpPr/>
          <p:nvPr/>
        </p:nvSpPr>
        <p:spPr>
          <a:xfrm>
            <a:off x="7867650" y="1809750"/>
            <a:ext cx="3371850" cy="1714500"/>
          </a:xfrm>
          <a:prstGeom prst="roundRect">
            <a:avLst>
              <a:gd name="adj" fmla="val 4444"/>
            </a:avLst>
          </a:prstGeom>
          <a:solidFill>
            <a:srgbClr val="10243B"/>
          </a:solidFill>
          <a:ln w="19050">
            <a:solidFill>
              <a:srgbClr val="7C83FD"/>
            </a:solidFill>
          </a:ln>
        </p:spPr>
      </p:sp>
      <p:grpSp>
        <p:nvGrpSpPr>
          <p:cNvPr id="28" name="Group 28"/>
          <p:cNvGrpSpPr/>
          <p:nvPr/>
        </p:nvGrpSpPr>
        <p:grpSpPr>
          <a:xfrm>
            <a:off x="8172450" y="2114550"/>
            <a:ext cx="342900" cy="342900"/>
            <a:chOff x="8172450" y="2114550"/>
            <a:chExt cx="342900" cy="342900"/>
          </a:xfrm>
        </p:grpSpPr>
        <p:sp>
          <p:nvSpPr>
            <p:cNvPr id="23" name="Freeform 23"/>
            <p:cNvSpPr/>
            <p:nvPr/>
          </p:nvSpPr>
          <p:spPr>
            <a:xfrm>
              <a:off x="8305800" y="21145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7C83FD"/>
              </a:solidFill>
            </a:ln>
          </p:spPr>
        </p:sp>
        <p:sp>
          <p:nvSpPr>
            <p:cNvPr id="24" name="Freeform 24"/>
            <p:cNvSpPr/>
            <p:nvPr/>
          </p:nvSpPr>
          <p:spPr>
            <a:xfrm>
              <a:off x="8172450" y="23812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7C83FD"/>
              </a:solidFill>
            </a:ln>
          </p:spPr>
        </p:sp>
        <p:sp>
          <p:nvSpPr>
            <p:cNvPr id="25" name="Freeform 25"/>
            <p:cNvSpPr/>
            <p:nvPr/>
          </p:nvSpPr>
          <p:spPr>
            <a:xfrm>
              <a:off x="8439150" y="23812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7C83FD"/>
              </a:solidFill>
            </a:ln>
          </p:spPr>
        </p:sp>
        <p:sp>
          <p:nvSpPr>
            <p:cNvPr id="26" name="Freeform 26"/>
            <p:cNvSpPr/>
            <p:nvPr/>
          </p:nvSpPr>
          <p:spPr>
            <a:xfrm>
              <a:off x="8239125" y="2305050"/>
              <a:ext cx="209550" cy="85725"/>
            </a:xfrm>
            <a:custGeom>
              <a:avLst/>
              <a:gdLst/>
              <a:ahLst/>
              <a:cxnLst/>
              <a:rect l="l" t="t" r="r" b="b"/>
              <a:pathLst>
                <a:path w="209550" h="85725">
                  <a:moveTo>
                    <a:pt x="0" y="85725"/>
                  </a:moveTo>
                  <a:lnTo>
                    <a:pt x="104775" y="0"/>
                  </a:lnTo>
                  <a:lnTo>
                    <a:pt x="209550" y="85725"/>
                  </a:lnTo>
                </a:path>
              </a:pathLst>
            </a:custGeom>
            <a:noFill/>
            <a:ln w="19050">
              <a:solidFill>
                <a:srgbClr val="7C83FD"/>
              </a:solidFill>
            </a:ln>
          </p:spPr>
        </p:sp>
        <p:sp>
          <p:nvSpPr>
            <p:cNvPr id="27" name="Freeform 27"/>
            <p:cNvSpPr/>
            <p:nvPr/>
          </p:nvSpPr>
          <p:spPr>
            <a:xfrm>
              <a:off x="8343900" y="2190750"/>
              <a:ext cx="9525" cy="114300"/>
            </a:xfrm>
            <a:custGeom>
              <a:avLst/>
              <a:gdLst/>
              <a:ahLst/>
              <a:cxnLst/>
              <a:rect l="l" t="t" r="r" b="b"/>
              <a:pathLst>
                <a:path w="9525" h="114300">
                  <a:moveTo>
                    <a:pt x="0" y="0"/>
                  </a:moveTo>
                  <a:lnTo>
                    <a:pt x="0" y="114300"/>
                  </a:lnTo>
                </a:path>
              </a:pathLst>
            </a:custGeom>
            <a:noFill/>
            <a:ln w="19050">
              <a:solidFill>
                <a:srgbClr val="7C83FD"/>
              </a:solidFill>
            </a:ln>
          </p:spPr>
        </p:sp>
      </p:grpSp>
      <p:sp>
        <p:nvSpPr>
          <p:cNvPr id="29" name="TextBox 29"/>
          <p:cNvSpPr txBox="1"/>
          <p:nvPr/>
        </p:nvSpPr>
        <p:spPr>
          <a:xfrm>
            <a:off x="8769858" y="2122170"/>
            <a:ext cx="2862864" cy="469392"/>
          </a:xfrm>
          <a:prstGeom prst="rect">
            <a:avLst/>
          </a:prstGeom>
          <a:noFill/>
          <a:ln>
            <a:noFill/>
          </a:ln>
        </p:spPr>
        <p:txBody>
          <a:bodyPr wrap="none" lIns="0" tIns="0" rIns="0" bIns="0" anchor="t" anchorCtr="0">
            <a:spAutoFit/>
          </a:bodyPr>
          <a:lstStyle/>
          <a:p>
            <a:pPr algn="l"/>
            <a:r>
              <a:rPr lang="en-US" sz="2400" b="1" dirty="0">
                <a:solidFill>
                  <a:srgbClr val="EAF2FF"/>
                </a:solidFill>
                <a:latin typeface="Arial"/>
                <a:ea typeface="Arial"/>
                <a:cs typeface="Arial"/>
              </a:rPr>
              <a:t>Flows + Relations</a:t>
            </a:r>
          </a:p>
        </p:txBody>
      </p:sp>
      <p:sp>
        <p:nvSpPr>
          <p:cNvPr id="30" name="TextBox 30"/>
          <p:cNvSpPr txBox="1"/>
          <p:nvPr/>
        </p:nvSpPr>
        <p:spPr>
          <a:xfrm>
            <a:off x="8106156" y="2720340"/>
            <a:ext cx="2352267" cy="352044"/>
          </a:xfrm>
          <a:prstGeom prst="rect">
            <a:avLst/>
          </a:prstGeom>
          <a:noFill/>
          <a:ln>
            <a:noFill/>
          </a:ln>
        </p:spPr>
        <p:txBody>
          <a:bodyPr wrap="none" lIns="0" tIns="0" rIns="0" bIns="0" anchor="t" anchorCtr="0">
            <a:spAutoFit/>
          </a:bodyPr>
          <a:lstStyle/>
          <a:p>
            <a:pPr algn="l"/>
            <a:r>
              <a:rPr lang="en-US" sz="1800" dirty="0">
                <a:solidFill>
                  <a:srgbClr val="AFC2D9"/>
                </a:solidFill>
                <a:latin typeface="Arial"/>
                <a:ea typeface="Arial"/>
                <a:cs typeface="Arial"/>
              </a:rPr>
              <a:t>Decomposable nodes</a:t>
            </a:r>
          </a:p>
        </p:txBody>
      </p:sp>
      <p:sp>
        <p:nvSpPr>
          <p:cNvPr id="31" name="TextBox 31"/>
          <p:cNvSpPr txBox="1"/>
          <p:nvPr/>
        </p:nvSpPr>
        <p:spPr>
          <a:xfrm>
            <a:off x="8108442" y="3130868"/>
            <a:ext cx="1677124" cy="264033"/>
          </a:xfrm>
          <a:prstGeom prst="rect">
            <a:avLst/>
          </a:prstGeom>
          <a:noFill/>
          <a:ln>
            <a:noFill/>
          </a:ln>
        </p:spPr>
        <p:txBody>
          <a:bodyPr wrap="none" lIns="0" tIns="0" rIns="0" bIns="0" anchor="t" anchorCtr="0">
            <a:spAutoFit/>
          </a:bodyPr>
          <a:lstStyle/>
          <a:p>
            <a:pPr algn="l"/>
            <a:r>
              <a:rPr lang="en-US" sz="1350" b="1" dirty="0">
                <a:solidFill>
                  <a:srgbClr val="7890AA"/>
                </a:solidFill>
                <a:latin typeface="Consolas"/>
                <a:ea typeface="Consolas"/>
                <a:cs typeface="Consolas"/>
              </a:rPr>
              <a:t>NATIVE RELATIONS</a:t>
            </a:r>
          </a:p>
        </p:txBody>
      </p:sp>
      <p:sp>
        <p:nvSpPr>
          <p:cNvPr id="32" name="Rectangle 32"/>
          <p:cNvSpPr/>
          <p:nvPr/>
        </p:nvSpPr>
        <p:spPr>
          <a:xfrm>
            <a:off x="4267200" y="3790950"/>
            <a:ext cx="2171700" cy="1885950"/>
          </a:xfrm>
          <a:prstGeom prst="roundRect">
            <a:avLst>
              <a:gd name="adj" fmla="val 4040"/>
            </a:avLst>
          </a:prstGeom>
          <a:solidFill>
            <a:srgbClr val="10243B"/>
          </a:solidFill>
          <a:ln w="19050">
            <a:solidFill>
              <a:srgbClr val="33D1FF"/>
            </a:solidFill>
          </a:ln>
        </p:spPr>
      </p:sp>
      <p:grpSp>
        <p:nvGrpSpPr>
          <p:cNvPr id="37" name="Group 37"/>
          <p:cNvGrpSpPr/>
          <p:nvPr/>
        </p:nvGrpSpPr>
        <p:grpSpPr>
          <a:xfrm>
            <a:off x="4583112" y="4071937"/>
            <a:ext cx="244475" cy="314324"/>
            <a:chOff x="4583112" y="4071937"/>
            <a:chExt cx="244475" cy="314324"/>
          </a:xfrm>
        </p:grpSpPr>
        <p:sp>
          <p:nvSpPr>
            <p:cNvPr id="33" name="Freeform 33"/>
            <p:cNvSpPr/>
            <p:nvPr/>
          </p:nvSpPr>
          <p:spPr>
            <a:xfrm>
              <a:off x="4583112" y="4071937"/>
              <a:ext cx="244475" cy="314324"/>
            </a:xfrm>
            <a:custGeom>
              <a:avLst/>
              <a:gdLst/>
              <a:ahLst/>
              <a:cxnLst/>
              <a:rect l="l" t="t" r="r" b="b"/>
              <a:pathLst>
                <a:path w="244475" h="314324">
                  <a:moveTo>
                    <a:pt x="0" y="34925"/>
                  </a:moveTo>
                  <a:cubicBezTo>
                    <a:pt x="0" y="15636"/>
                    <a:pt x="15636" y="0"/>
                    <a:pt x="34925" y="0"/>
                  </a:cubicBezTo>
                  <a:lnTo>
                    <a:pt x="209550" y="0"/>
                  </a:lnTo>
                  <a:cubicBezTo>
                    <a:pt x="228838" y="0"/>
                    <a:pt x="244475" y="15636"/>
                    <a:pt x="244475" y="34925"/>
                  </a:cubicBezTo>
                  <a:lnTo>
                    <a:pt x="244475" y="279399"/>
                  </a:lnTo>
                  <a:cubicBezTo>
                    <a:pt x="244475" y="298688"/>
                    <a:pt x="228838" y="314324"/>
                    <a:pt x="209550" y="314324"/>
                  </a:cubicBezTo>
                  <a:lnTo>
                    <a:pt x="34925" y="314324"/>
                  </a:lnTo>
                  <a:cubicBezTo>
                    <a:pt x="15636" y="314324"/>
                    <a:pt x="0" y="298688"/>
                    <a:pt x="0" y="279399"/>
                  </a:cubicBezTo>
                  <a:lnTo>
                    <a:pt x="0" y="34925"/>
                  </a:lnTo>
                </a:path>
              </a:pathLst>
            </a:custGeom>
            <a:noFill/>
            <a:ln w="19050">
              <a:solidFill>
                <a:srgbClr val="33D1FF"/>
              </a:solidFill>
            </a:ln>
          </p:spPr>
        </p:sp>
        <p:sp>
          <p:nvSpPr>
            <p:cNvPr id="34" name="Freeform 34"/>
            <p:cNvSpPr/>
            <p:nvPr/>
          </p:nvSpPr>
          <p:spPr>
            <a:xfrm>
              <a:off x="4652962" y="4141787"/>
              <a:ext cx="104775" cy="9525"/>
            </a:xfrm>
            <a:custGeom>
              <a:avLst/>
              <a:gdLst/>
              <a:ahLst/>
              <a:cxnLst/>
              <a:rect l="l" t="t" r="r" b="b"/>
              <a:pathLst>
                <a:path w="104775" h="9525">
                  <a:moveTo>
                    <a:pt x="0" y="0"/>
                  </a:moveTo>
                  <a:lnTo>
                    <a:pt x="104775" y="0"/>
                  </a:lnTo>
                </a:path>
              </a:pathLst>
            </a:custGeom>
            <a:noFill/>
            <a:ln w="19050">
              <a:solidFill>
                <a:srgbClr val="33D1FF"/>
              </a:solidFill>
            </a:ln>
          </p:spPr>
        </p:sp>
        <p:sp>
          <p:nvSpPr>
            <p:cNvPr id="35" name="Freeform 35"/>
            <p:cNvSpPr/>
            <p:nvPr/>
          </p:nvSpPr>
          <p:spPr>
            <a:xfrm>
              <a:off x="4652962" y="4211637"/>
              <a:ext cx="104775" cy="9525"/>
            </a:xfrm>
            <a:custGeom>
              <a:avLst/>
              <a:gdLst/>
              <a:ahLst/>
              <a:cxnLst/>
              <a:rect l="l" t="t" r="r" b="b"/>
              <a:pathLst>
                <a:path w="104775" h="9525">
                  <a:moveTo>
                    <a:pt x="0" y="0"/>
                  </a:moveTo>
                  <a:lnTo>
                    <a:pt x="104775" y="0"/>
                  </a:lnTo>
                </a:path>
              </a:pathLst>
            </a:custGeom>
            <a:noFill/>
            <a:ln w="19050">
              <a:solidFill>
                <a:srgbClr val="33D1FF"/>
              </a:solidFill>
            </a:ln>
          </p:spPr>
        </p:sp>
        <p:sp>
          <p:nvSpPr>
            <p:cNvPr id="36" name="Freeform 36"/>
            <p:cNvSpPr/>
            <p:nvPr/>
          </p:nvSpPr>
          <p:spPr>
            <a:xfrm>
              <a:off x="4652962" y="4281487"/>
              <a:ext cx="69850" cy="9525"/>
            </a:xfrm>
            <a:custGeom>
              <a:avLst/>
              <a:gdLst/>
              <a:ahLst/>
              <a:cxnLst/>
              <a:rect l="l" t="t" r="r" b="b"/>
              <a:pathLst>
                <a:path w="69850" h="9525">
                  <a:moveTo>
                    <a:pt x="0" y="0"/>
                  </a:moveTo>
                  <a:lnTo>
                    <a:pt x="69850" y="0"/>
                  </a:lnTo>
                </a:path>
              </a:pathLst>
            </a:custGeom>
            <a:noFill/>
            <a:ln w="19050">
              <a:solidFill>
                <a:srgbClr val="33D1FF"/>
              </a:solidFill>
            </a:ln>
          </p:spPr>
        </p:sp>
      </p:grpSp>
      <p:sp>
        <p:nvSpPr>
          <p:cNvPr id="38" name="TextBox 38"/>
          <p:cNvSpPr txBox="1"/>
          <p:nvPr/>
        </p:nvSpPr>
        <p:spPr>
          <a:xfrm>
            <a:off x="4486656" y="4663440"/>
            <a:ext cx="1790429"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Speaker Notes</a:t>
            </a:r>
          </a:p>
        </p:txBody>
      </p:sp>
      <p:sp>
        <p:nvSpPr>
          <p:cNvPr id="39" name="TextBox 39"/>
          <p:cNvSpPr txBox="1"/>
          <p:nvPr/>
        </p:nvSpPr>
        <p:spPr>
          <a:xfrm>
            <a:off x="4488942" y="5093018"/>
            <a:ext cx="1231354"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on every slide</a:t>
            </a:r>
          </a:p>
        </p:txBody>
      </p:sp>
      <p:sp>
        <p:nvSpPr>
          <p:cNvPr id="40" name="Rectangle 40"/>
          <p:cNvSpPr/>
          <p:nvPr/>
        </p:nvSpPr>
        <p:spPr>
          <a:xfrm>
            <a:off x="6667500" y="3790950"/>
            <a:ext cx="2171700" cy="1885950"/>
          </a:xfrm>
          <a:prstGeom prst="roundRect">
            <a:avLst>
              <a:gd name="adj" fmla="val 4040"/>
            </a:avLst>
          </a:prstGeom>
          <a:solidFill>
            <a:srgbClr val="10243B"/>
          </a:solidFill>
          <a:ln w="19050">
            <a:solidFill>
              <a:srgbClr val="FFB347"/>
            </a:solidFill>
          </a:ln>
        </p:spPr>
      </p:sp>
      <p:grpSp>
        <p:nvGrpSpPr>
          <p:cNvPr id="46" name="Group 46"/>
          <p:cNvGrpSpPr/>
          <p:nvPr/>
        </p:nvGrpSpPr>
        <p:grpSpPr>
          <a:xfrm>
            <a:off x="6948487" y="4089400"/>
            <a:ext cx="314324" cy="288924"/>
            <a:chOff x="6948487" y="4089400"/>
            <a:chExt cx="314324" cy="288924"/>
          </a:xfrm>
        </p:grpSpPr>
        <p:sp>
          <p:nvSpPr>
            <p:cNvPr id="41" name="Freeform 41"/>
            <p:cNvSpPr/>
            <p:nvPr/>
          </p:nvSpPr>
          <p:spPr>
            <a:xfrm>
              <a:off x="6948487" y="4089400"/>
              <a:ext cx="314324" cy="9525"/>
            </a:xfrm>
            <a:custGeom>
              <a:avLst/>
              <a:gdLst/>
              <a:ahLst/>
              <a:cxnLst/>
              <a:rect l="l" t="t" r="r" b="b"/>
              <a:pathLst>
                <a:path w="314324" h="9525">
                  <a:moveTo>
                    <a:pt x="0" y="0"/>
                  </a:moveTo>
                  <a:lnTo>
                    <a:pt x="314324" y="0"/>
                  </a:lnTo>
                </a:path>
              </a:pathLst>
            </a:custGeom>
            <a:noFill/>
            <a:ln w="19050">
              <a:solidFill>
                <a:srgbClr val="FFB347"/>
              </a:solidFill>
            </a:ln>
          </p:spPr>
        </p:sp>
        <p:sp>
          <p:nvSpPr>
            <p:cNvPr id="42" name="Freeform 42"/>
            <p:cNvSpPr/>
            <p:nvPr/>
          </p:nvSpPr>
          <p:spPr>
            <a:xfrm>
              <a:off x="6965950" y="4089400"/>
              <a:ext cx="279399" cy="209550"/>
            </a:xfrm>
            <a:custGeom>
              <a:avLst/>
              <a:gdLst/>
              <a:ahLst/>
              <a:cxnLst/>
              <a:rect l="l" t="t" r="r" b="b"/>
              <a:pathLst>
                <a:path w="279399" h="209550">
                  <a:moveTo>
                    <a:pt x="0" y="0"/>
                  </a:moveTo>
                  <a:lnTo>
                    <a:pt x="0" y="174625"/>
                  </a:lnTo>
                  <a:cubicBezTo>
                    <a:pt x="0" y="193913"/>
                    <a:pt x="15636" y="209550"/>
                    <a:pt x="34925" y="209550"/>
                  </a:cubicBezTo>
                  <a:lnTo>
                    <a:pt x="244475" y="209550"/>
                  </a:lnTo>
                  <a:cubicBezTo>
                    <a:pt x="263763" y="209550"/>
                    <a:pt x="279399" y="193913"/>
                    <a:pt x="279399" y="174625"/>
                  </a:cubicBezTo>
                  <a:lnTo>
                    <a:pt x="279399" y="0"/>
                  </a:lnTo>
                </a:path>
              </a:pathLst>
            </a:custGeom>
            <a:noFill/>
            <a:ln w="19050">
              <a:solidFill>
                <a:srgbClr val="FFB347"/>
              </a:solidFill>
            </a:ln>
          </p:spPr>
        </p:sp>
        <p:sp>
          <p:nvSpPr>
            <p:cNvPr id="43" name="Freeform 43"/>
            <p:cNvSpPr/>
            <p:nvPr/>
          </p:nvSpPr>
          <p:spPr>
            <a:xfrm>
              <a:off x="7105650" y="4298949"/>
              <a:ext cx="9525" cy="69850"/>
            </a:xfrm>
            <a:custGeom>
              <a:avLst/>
              <a:gdLst/>
              <a:ahLst/>
              <a:cxnLst/>
              <a:rect l="l" t="t" r="r" b="b"/>
              <a:pathLst>
                <a:path w="9525" h="69850">
                  <a:moveTo>
                    <a:pt x="0" y="0"/>
                  </a:moveTo>
                  <a:lnTo>
                    <a:pt x="0" y="69850"/>
                  </a:lnTo>
                </a:path>
              </a:pathLst>
            </a:custGeom>
            <a:noFill/>
            <a:ln w="19050">
              <a:solidFill>
                <a:srgbClr val="FFB347"/>
              </a:solidFill>
            </a:ln>
          </p:spPr>
        </p:sp>
        <p:sp>
          <p:nvSpPr>
            <p:cNvPr id="44" name="Freeform 44"/>
            <p:cNvSpPr/>
            <p:nvPr/>
          </p:nvSpPr>
          <p:spPr>
            <a:xfrm>
              <a:off x="7053262" y="4368799"/>
              <a:ext cx="104775" cy="9525"/>
            </a:xfrm>
            <a:custGeom>
              <a:avLst/>
              <a:gdLst/>
              <a:ahLst/>
              <a:cxnLst/>
              <a:rect l="l" t="t" r="r" b="b"/>
              <a:pathLst>
                <a:path w="104775" h="9525">
                  <a:moveTo>
                    <a:pt x="0" y="0"/>
                  </a:moveTo>
                  <a:lnTo>
                    <a:pt x="104775" y="0"/>
                  </a:lnTo>
                </a:path>
              </a:pathLst>
            </a:custGeom>
            <a:noFill/>
            <a:ln w="19050">
              <a:solidFill>
                <a:srgbClr val="FFB347"/>
              </a:solidFill>
            </a:ln>
          </p:spPr>
        </p:sp>
        <p:sp>
          <p:nvSpPr>
            <p:cNvPr id="45" name="Freeform 45"/>
            <p:cNvSpPr/>
            <p:nvPr/>
          </p:nvSpPr>
          <p:spPr>
            <a:xfrm>
              <a:off x="7035800" y="4159250"/>
              <a:ext cx="139700" cy="69850"/>
            </a:xfrm>
            <a:custGeom>
              <a:avLst/>
              <a:gdLst/>
              <a:ahLst/>
              <a:cxnLst/>
              <a:rect l="l" t="t" r="r" b="b"/>
              <a:pathLst>
                <a:path w="139700" h="69850">
                  <a:moveTo>
                    <a:pt x="0" y="69850"/>
                  </a:moveTo>
                  <a:lnTo>
                    <a:pt x="52387" y="17462"/>
                  </a:lnTo>
                  <a:lnTo>
                    <a:pt x="87312" y="52387"/>
                  </a:lnTo>
                  <a:lnTo>
                    <a:pt x="139700" y="0"/>
                  </a:lnTo>
                </a:path>
              </a:pathLst>
            </a:custGeom>
            <a:noFill/>
            <a:ln w="19050">
              <a:solidFill>
                <a:srgbClr val="FFB347"/>
              </a:solidFill>
            </a:ln>
          </p:spPr>
        </p:sp>
      </p:grpSp>
      <p:sp>
        <p:nvSpPr>
          <p:cNvPr id="47" name="TextBox 47"/>
          <p:cNvSpPr txBox="1"/>
          <p:nvPr/>
        </p:nvSpPr>
        <p:spPr>
          <a:xfrm>
            <a:off x="6886956" y="4663440"/>
            <a:ext cx="1437651"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Transitions</a:t>
            </a:r>
          </a:p>
        </p:txBody>
      </p:sp>
      <p:sp>
        <p:nvSpPr>
          <p:cNvPr id="48" name="TextBox 48"/>
          <p:cNvSpPr txBox="1"/>
          <p:nvPr/>
        </p:nvSpPr>
        <p:spPr>
          <a:xfrm>
            <a:off x="6889242" y="5093018"/>
            <a:ext cx="1465340"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Fade, deck-wide</a:t>
            </a:r>
          </a:p>
        </p:txBody>
      </p:sp>
      <p:sp>
        <p:nvSpPr>
          <p:cNvPr id="49" name="Rectangle 49"/>
          <p:cNvSpPr/>
          <p:nvPr/>
        </p:nvSpPr>
        <p:spPr>
          <a:xfrm>
            <a:off x="9067800" y="3790950"/>
            <a:ext cx="2171700" cy="1885950"/>
          </a:xfrm>
          <a:prstGeom prst="roundRect">
            <a:avLst>
              <a:gd name="adj" fmla="val 4040"/>
            </a:avLst>
          </a:prstGeom>
          <a:solidFill>
            <a:srgbClr val="10243B"/>
          </a:solidFill>
          <a:ln w="19050">
            <a:solidFill>
              <a:srgbClr val="7C83FD"/>
            </a:solidFill>
          </a:ln>
        </p:spPr>
      </p:sp>
      <p:grpSp>
        <p:nvGrpSpPr>
          <p:cNvPr id="55" name="Group 55"/>
          <p:cNvGrpSpPr/>
          <p:nvPr/>
        </p:nvGrpSpPr>
        <p:grpSpPr>
          <a:xfrm>
            <a:off x="9383712" y="4071937"/>
            <a:ext cx="244475" cy="314324"/>
            <a:chOff x="9383712" y="4071937"/>
            <a:chExt cx="244475" cy="314324"/>
          </a:xfrm>
        </p:grpSpPr>
        <p:sp>
          <p:nvSpPr>
            <p:cNvPr id="50" name="Freeform 50"/>
            <p:cNvSpPr/>
            <p:nvPr/>
          </p:nvSpPr>
          <p:spPr>
            <a:xfrm>
              <a:off x="9540875" y="4071937"/>
              <a:ext cx="87312" cy="87312"/>
            </a:xfrm>
            <a:custGeom>
              <a:avLst/>
              <a:gdLst/>
              <a:ahLst/>
              <a:cxnLst/>
              <a:rect l="l" t="t" r="r" b="b"/>
              <a:pathLst>
                <a:path w="87312" h="87312">
                  <a:moveTo>
                    <a:pt x="0" y="0"/>
                  </a:moveTo>
                  <a:lnTo>
                    <a:pt x="0" y="69850"/>
                  </a:lnTo>
                  <a:cubicBezTo>
                    <a:pt x="0" y="79494"/>
                    <a:pt x="7818" y="87312"/>
                    <a:pt x="17462" y="87312"/>
                  </a:cubicBezTo>
                  <a:lnTo>
                    <a:pt x="87312" y="87312"/>
                  </a:lnTo>
                </a:path>
              </a:pathLst>
            </a:custGeom>
            <a:noFill/>
            <a:ln w="19050">
              <a:solidFill>
                <a:srgbClr val="7C83FD"/>
              </a:solidFill>
            </a:ln>
          </p:spPr>
        </p:sp>
        <p:sp>
          <p:nvSpPr>
            <p:cNvPr id="51" name="Freeform 51"/>
            <p:cNvSpPr/>
            <p:nvPr/>
          </p:nvSpPr>
          <p:spPr>
            <a:xfrm>
              <a:off x="9383712" y="4071937"/>
              <a:ext cx="244475" cy="314324"/>
            </a:xfrm>
            <a:custGeom>
              <a:avLst/>
              <a:gdLst/>
              <a:ahLst/>
              <a:cxnLst/>
              <a:rect l="l" t="t" r="r" b="b"/>
              <a:pathLst>
                <a:path w="244475" h="314324">
                  <a:moveTo>
                    <a:pt x="209550" y="314324"/>
                  </a:moveTo>
                  <a:lnTo>
                    <a:pt x="34925" y="314324"/>
                  </a:lnTo>
                  <a:cubicBezTo>
                    <a:pt x="15636" y="314324"/>
                    <a:pt x="0" y="298688"/>
                    <a:pt x="0" y="279399"/>
                  </a:cubicBezTo>
                  <a:lnTo>
                    <a:pt x="0" y="34925"/>
                  </a:lnTo>
                  <a:cubicBezTo>
                    <a:pt x="0" y="15636"/>
                    <a:pt x="15636" y="0"/>
                    <a:pt x="34925" y="0"/>
                  </a:cubicBezTo>
                  <a:lnTo>
                    <a:pt x="157162" y="0"/>
                  </a:lnTo>
                  <a:lnTo>
                    <a:pt x="244475" y="87312"/>
                  </a:lnTo>
                  <a:lnTo>
                    <a:pt x="244475" y="279399"/>
                  </a:lnTo>
                  <a:cubicBezTo>
                    <a:pt x="244475" y="298688"/>
                    <a:pt x="228838" y="314324"/>
                    <a:pt x="209550" y="314324"/>
                  </a:cubicBezTo>
                </a:path>
              </a:pathLst>
            </a:custGeom>
            <a:noFill/>
            <a:ln w="19050">
              <a:solidFill>
                <a:srgbClr val="7C83FD"/>
              </a:solidFill>
            </a:ln>
          </p:spPr>
        </p:sp>
        <p:sp>
          <p:nvSpPr>
            <p:cNvPr id="52" name="Freeform 52"/>
            <p:cNvSpPr/>
            <p:nvPr/>
          </p:nvSpPr>
          <p:spPr>
            <a:xfrm>
              <a:off x="9453562" y="4176712"/>
              <a:ext cx="17462" cy="9525"/>
            </a:xfrm>
            <a:custGeom>
              <a:avLst/>
              <a:gdLst/>
              <a:ahLst/>
              <a:cxnLst/>
              <a:rect l="l" t="t" r="r" b="b"/>
              <a:pathLst>
                <a:path w="17462" h="9525">
                  <a:moveTo>
                    <a:pt x="0" y="0"/>
                  </a:moveTo>
                  <a:lnTo>
                    <a:pt x="17462" y="0"/>
                  </a:lnTo>
                </a:path>
              </a:pathLst>
            </a:custGeom>
            <a:noFill/>
            <a:ln w="19050">
              <a:solidFill>
                <a:srgbClr val="7C83FD"/>
              </a:solidFill>
            </a:ln>
          </p:spPr>
        </p:sp>
        <p:sp>
          <p:nvSpPr>
            <p:cNvPr id="53" name="Freeform 53"/>
            <p:cNvSpPr/>
            <p:nvPr/>
          </p:nvSpPr>
          <p:spPr>
            <a:xfrm>
              <a:off x="9453562" y="4246562"/>
              <a:ext cx="104775" cy="9525"/>
            </a:xfrm>
            <a:custGeom>
              <a:avLst/>
              <a:gdLst/>
              <a:ahLst/>
              <a:cxnLst/>
              <a:rect l="l" t="t" r="r" b="b"/>
              <a:pathLst>
                <a:path w="104775" h="9525">
                  <a:moveTo>
                    <a:pt x="0" y="0"/>
                  </a:moveTo>
                  <a:lnTo>
                    <a:pt x="104775" y="0"/>
                  </a:lnTo>
                </a:path>
              </a:pathLst>
            </a:custGeom>
            <a:noFill/>
            <a:ln w="19050">
              <a:solidFill>
                <a:srgbClr val="7C83FD"/>
              </a:solidFill>
            </a:ln>
          </p:spPr>
        </p:sp>
        <p:sp>
          <p:nvSpPr>
            <p:cNvPr id="54" name="Freeform 54"/>
            <p:cNvSpPr/>
            <p:nvPr/>
          </p:nvSpPr>
          <p:spPr>
            <a:xfrm>
              <a:off x="9453562" y="4316412"/>
              <a:ext cx="104775" cy="9525"/>
            </a:xfrm>
            <a:custGeom>
              <a:avLst/>
              <a:gdLst/>
              <a:ahLst/>
              <a:cxnLst/>
              <a:rect l="l" t="t" r="r" b="b"/>
              <a:pathLst>
                <a:path w="104775" h="9525">
                  <a:moveTo>
                    <a:pt x="0" y="0"/>
                  </a:moveTo>
                  <a:lnTo>
                    <a:pt x="104775" y="0"/>
                  </a:lnTo>
                </a:path>
              </a:pathLst>
            </a:custGeom>
            <a:noFill/>
            <a:ln w="19050">
              <a:solidFill>
                <a:srgbClr val="7C83FD"/>
              </a:solidFill>
            </a:ln>
          </p:spPr>
        </p:sp>
      </p:grpSp>
      <p:sp>
        <p:nvSpPr>
          <p:cNvPr id="56" name="TextBox 56"/>
          <p:cNvSpPr txBox="1"/>
          <p:nvPr/>
        </p:nvSpPr>
        <p:spPr>
          <a:xfrm>
            <a:off x="9287256" y="4663440"/>
            <a:ext cx="918881" cy="352044"/>
          </a:xfrm>
          <a:prstGeom prst="rect">
            <a:avLst/>
          </a:prstGeom>
          <a:noFill/>
          <a:ln>
            <a:noFill/>
          </a:ln>
        </p:spPr>
        <p:txBody>
          <a:bodyPr wrap="none" lIns="0" tIns="0" rIns="0" bIns="0" anchor="t" anchorCtr="0">
            <a:spAutoFit/>
          </a:bodyPr>
          <a:lstStyle/>
          <a:p>
            <a:pPr algn="l"/>
            <a:r>
              <a:rPr lang="en-US" sz="1800" b="1" dirty="0">
                <a:solidFill>
                  <a:srgbClr val="EAF2FF"/>
                </a:solidFill>
                <a:latin typeface="Arial"/>
                <a:ea typeface="Arial"/>
                <a:cs typeface="Arial"/>
              </a:rPr>
              <a:t>OOXML</a:t>
            </a:r>
          </a:p>
        </p:txBody>
      </p:sp>
      <p:sp>
        <p:nvSpPr>
          <p:cNvPr id="57" name="TextBox 57"/>
          <p:cNvSpPr txBox="1"/>
          <p:nvPr/>
        </p:nvSpPr>
        <p:spPr>
          <a:xfrm>
            <a:off x="9289542" y="5093018"/>
            <a:ext cx="1776565" cy="264033"/>
          </a:xfrm>
          <a:prstGeom prst="rect">
            <a:avLst/>
          </a:prstGeom>
          <a:noFill/>
          <a:ln>
            <a:noFill/>
          </a:ln>
        </p:spPr>
        <p:txBody>
          <a:bodyPr wrap="none" lIns="0" tIns="0" rIns="0" bIns="0" anchor="t" anchorCtr="0">
            <a:spAutoFit/>
          </a:bodyPr>
          <a:lstStyle/>
          <a:p>
            <a:pPr algn="l"/>
            <a:r>
              <a:rPr lang="en-US" sz="1350" dirty="0">
                <a:solidFill>
                  <a:srgbClr val="AFC2D9"/>
                </a:solidFill>
                <a:latin typeface="Arial"/>
                <a:ea typeface="Arial"/>
                <a:cs typeface="Arial"/>
              </a:rPr>
              <a:t>inspectable package</a:t>
            </a:r>
          </a:p>
        </p:txBody>
      </p:sp>
      <p:sp>
        <p:nvSpPr>
          <p:cNvPr id="58" name="Rectangle 58"/>
          <p:cNvSpPr/>
          <p:nvPr/>
        </p:nvSpPr>
        <p:spPr>
          <a:xfrm>
            <a:off x="4267200" y="5962650"/>
            <a:ext cx="6972300" cy="323850"/>
          </a:xfrm>
          <a:prstGeom prst="roundRect">
            <a:avLst>
              <a:gd name="adj" fmla="val 23529"/>
            </a:avLst>
          </a:prstGeom>
          <a:solidFill>
            <a:srgbClr val="08111F"/>
          </a:solidFill>
          <a:ln w="19050">
            <a:solidFill>
              <a:srgbClr val="23415E"/>
            </a:solidFill>
          </a:ln>
        </p:spPr>
      </p:sp>
      <p:sp>
        <p:nvSpPr>
          <p:cNvPr id="59" name="TextBox 59"/>
          <p:cNvSpPr txBox="1"/>
          <p:nvPr/>
        </p:nvSpPr>
        <p:spPr>
          <a:xfrm>
            <a:off x="6496416" y="6035992"/>
            <a:ext cx="2513868" cy="264033"/>
          </a:xfrm>
          <a:prstGeom prst="rect">
            <a:avLst/>
          </a:prstGeom>
          <a:noFill/>
          <a:ln>
            <a:noFill/>
          </a:ln>
        </p:spPr>
        <p:txBody>
          <a:bodyPr wrap="none" lIns="0" tIns="0" rIns="0" bIns="0" anchor="t" anchorCtr="0">
            <a:spAutoFit/>
          </a:bodyPr>
          <a:lstStyle/>
          <a:p>
            <a:pPr algn="ctr"/>
            <a:r>
              <a:rPr lang="en-US" sz="1350" b="1" dirty="0">
                <a:solidFill>
                  <a:srgbClr val="AFC2D9"/>
                </a:solidFill>
                <a:latin typeface="Consolas"/>
                <a:ea typeface="Consolas"/>
                <a:cs typeface="Consolas"/>
              </a:rPr>
              <a:t>EDIT · NOTES · FADE · XML</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11F"/>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7C83FD">
                  <a:alpha val="14000"/>
                </a:srgbClr>
              </a:gs>
              <a:gs pos="100000">
                <a:srgbClr val="7C83FD">
                  <a:alpha val="0"/>
                </a:srgbClr>
              </a:gs>
            </a:gsLst>
            <a:path path="circle">
              <a:fillToRect l="50000" t="50000" r="50000" b="50000"/>
            </a:path>
          </a:gradFill>
          <a:ln>
            <a:noFill/>
          </a:ln>
        </p:spPr>
      </p:sp>
      <p:sp>
        <p:nvSpPr>
          <p:cNvPr id="3" name="TextBox 3"/>
          <p:cNvSpPr txBox="1"/>
          <p:nvPr/>
        </p:nvSpPr>
        <p:spPr>
          <a:xfrm>
            <a:off x="564642" y="482918"/>
            <a:ext cx="2533711" cy="264033"/>
          </a:xfrm>
          <a:prstGeom prst="rect">
            <a:avLst/>
          </a:prstGeom>
          <a:noFill/>
          <a:ln>
            <a:noFill/>
          </a:ln>
        </p:spPr>
        <p:txBody>
          <a:bodyPr wrap="none" lIns="0" tIns="0" rIns="0" bIns="0" anchor="t" anchorCtr="0">
            <a:spAutoFit/>
          </a:bodyPr>
          <a:lstStyle/>
          <a:p>
            <a:pPr algn="l"/>
            <a:r>
              <a:rPr lang="en-US" sz="1350" b="1" spc="225" dirty="0">
                <a:solidFill>
                  <a:srgbClr val="33D1FF"/>
                </a:solidFill>
                <a:latin typeface="Consolas"/>
                <a:ea typeface="Consolas"/>
                <a:cs typeface="Consolas"/>
              </a:rPr>
              <a:t>SAME SUPPORT LEVEL</a:t>
            </a:r>
          </a:p>
        </p:txBody>
      </p:sp>
      <p:sp>
        <p:nvSpPr>
          <p:cNvPr id="4" name="TextBox 4"/>
          <p:cNvSpPr txBox="1"/>
          <p:nvPr/>
        </p:nvSpPr>
        <p:spPr>
          <a:xfrm>
            <a:off x="552450" y="727710"/>
            <a:ext cx="7753176" cy="819150"/>
          </a:xfrm>
          <a:prstGeom prst="rect">
            <a:avLst/>
          </a:prstGeom>
          <a:noFill/>
          <a:ln>
            <a:noFill/>
          </a:ln>
        </p:spPr>
        <p:txBody>
          <a:bodyPr wrap="none" lIns="0" tIns="0" rIns="0" bIns="0" anchor="t" anchorCtr="0">
            <a:spAutoFit/>
          </a:bodyPr>
          <a:lstStyle/>
          <a:p>
            <a:pPr algn="l"/>
            <a:r>
              <a:rPr lang="en-US" sz="4200" b="1" dirty="0">
                <a:solidFill>
                  <a:srgbClr val="EAF2FF"/>
                </a:solidFill>
                <a:latin typeface="Arial"/>
                <a:ea typeface="Arial"/>
                <a:cs typeface="Arial"/>
              </a:rPr>
              <a:t>Same Path, Two Languages</a:t>
            </a:r>
          </a:p>
        </p:txBody>
      </p:sp>
      <p:sp>
        <p:nvSpPr>
          <p:cNvPr id="5" name="TextBox 5"/>
          <p:cNvSpPr txBox="1"/>
          <p:nvPr/>
        </p:nvSpPr>
        <p:spPr>
          <a:xfrm>
            <a:off x="10974382" y="521018"/>
            <a:ext cx="652976" cy="264033"/>
          </a:xfrm>
          <a:prstGeom prst="rect">
            <a:avLst/>
          </a:prstGeom>
          <a:noFill/>
          <a:ln>
            <a:noFill/>
          </a:ln>
        </p:spPr>
        <p:txBody>
          <a:bodyPr wrap="none" lIns="0" tIns="0" rIns="0" bIns="0" anchor="t" anchorCtr="0">
            <a:spAutoFit/>
          </a:bodyPr>
          <a:lstStyle/>
          <a:p>
            <a:pPr algn="r"/>
            <a:r>
              <a:rPr lang="en-US" sz="1350" b="1" dirty="0">
                <a:solidFill>
                  <a:srgbClr val="7890AA"/>
                </a:solidFill>
                <a:latin typeface="Consolas"/>
                <a:ea typeface="Consolas"/>
                <a:cs typeface="Consolas"/>
              </a:rPr>
              <a:t>05 / 05</a:t>
            </a:r>
          </a:p>
        </p:txBody>
      </p:sp>
      <p:sp>
        <p:nvSpPr>
          <p:cNvPr id="6" name="Freeform 6"/>
          <p:cNvSpPr/>
          <p:nvPr/>
        </p:nvSpPr>
        <p:spPr>
          <a:xfrm>
            <a:off x="571500" y="1466850"/>
            <a:ext cx="11049000" cy="9525"/>
          </a:xfrm>
          <a:custGeom>
            <a:avLst/>
            <a:gdLst/>
            <a:ahLst/>
            <a:cxnLst/>
            <a:rect l="l" t="t" r="r" b="b"/>
            <a:pathLst>
              <a:path w="11049000" h="9525">
                <a:moveTo>
                  <a:pt x="0" y="0"/>
                </a:moveTo>
                <a:lnTo>
                  <a:pt x="11049000" y="0"/>
                </a:lnTo>
              </a:path>
            </a:pathLst>
          </a:custGeom>
          <a:noFill/>
          <a:ln w="19050">
            <a:solidFill>
              <a:srgbClr val="23415E"/>
            </a:solidFill>
          </a:ln>
        </p:spPr>
      </p:sp>
      <p:sp>
        <p:nvSpPr>
          <p:cNvPr id="7" name="Ellipse 7"/>
          <p:cNvSpPr/>
          <p:nvPr/>
        </p:nvSpPr>
        <p:spPr>
          <a:xfrm>
            <a:off x="2857500" y="1581150"/>
            <a:ext cx="4000500" cy="4000500"/>
          </a:xfrm>
          <a:prstGeom prst="ellipse">
            <a:avLst/>
          </a:prstGeom>
          <a:solidFill>
            <a:srgbClr val="33D1FF">
              <a:alpha val="10000"/>
            </a:srgbClr>
          </a:solidFill>
          <a:ln w="28575">
            <a:solidFill>
              <a:srgbClr val="33D1FF"/>
            </a:solidFill>
          </a:ln>
        </p:spPr>
      </p:sp>
      <p:sp>
        <p:nvSpPr>
          <p:cNvPr id="8" name="Ellipse 8"/>
          <p:cNvSpPr/>
          <p:nvPr/>
        </p:nvSpPr>
        <p:spPr>
          <a:xfrm>
            <a:off x="5334000" y="1581150"/>
            <a:ext cx="4000500" cy="4000500"/>
          </a:xfrm>
          <a:prstGeom prst="ellipse">
            <a:avLst/>
          </a:prstGeom>
          <a:solidFill>
            <a:srgbClr val="7C83FD">
              <a:alpha val="12000"/>
            </a:srgbClr>
          </a:solidFill>
          <a:ln w="28575">
            <a:solidFill>
              <a:srgbClr val="7C83FD"/>
            </a:solidFill>
          </a:ln>
        </p:spPr>
      </p:sp>
      <p:grpSp>
        <p:nvGrpSpPr>
          <p:cNvPr id="15" name="Group 15"/>
          <p:cNvGrpSpPr/>
          <p:nvPr/>
        </p:nvGrpSpPr>
        <p:grpSpPr>
          <a:xfrm>
            <a:off x="3765550" y="2257425"/>
            <a:ext cx="355600" cy="377825"/>
            <a:chOff x="3765550" y="2257425"/>
            <a:chExt cx="355600" cy="377825"/>
          </a:xfrm>
        </p:grpSpPr>
        <p:sp>
          <p:nvSpPr>
            <p:cNvPr id="9" name="Freeform 9"/>
            <p:cNvSpPr/>
            <p:nvPr/>
          </p:nvSpPr>
          <p:spPr>
            <a:xfrm>
              <a:off x="3765550" y="2332345"/>
              <a:ext cx="111125" cy="147329"/>
            </a:xfrm>
            <a:custGeom>
              <a:avLst/>
              <a:gdLst/>
              <a:ahLst/>
              <a:cxnLst/>
              <a:rect l="l" t="t" r="r" b="b"/>
              <a:pathLst>
                <a:path w="111125" h="147329">
                  <a:moveTo>
                    <a:pt x="111125" y="0"/>
                  </a:moveTo>
                  <a:cubicBezTo>
                    <a:pt x="111125" y="98190"/>
                    <a:pt x="61363" y="147329"/>
                    <a:pt x="0" y="147329"/>
                  </a:cubicBezTo>
                </a:path>
              </a:pathLst>
            </a:custGeom>
            <a:noFill/>
            <a:ln w="19050">
              <a:solidFill>
                <a:srgbClr val="33D1FF"/>
              </a:solidFill>
            </a:ln>
          </p:spPr>
        </p:sp>
        <p:sp>
          <p:nvSpPr>
            <p:cNvPr id="10" name="Freeform 10"/>
            <p:cNvSpPr/>
            <p:nvPr/>
          </p:nvSpPr>
          <p:spPr>
            <a:xfrm>
              <a:off x="3765550" y="2332345"/>
              <a:ext cx="155575" cy="9525"/>
            </a:xfrm>
            <a:custGeom>
              <a:avLst/>
              <a:gdLst/>
              <a:ahLst/>
              <a:cxnLst/>
              <a:rect l="l" t="t" r="r" b="b"/>
              <a:pathLst>
                <a:path w="155575" h="9525">
                  <a:moveTo>
                    <a:pt x="0" y="0"/>
                  </a:moveTo>
                  <a:lnTo>
                    <a:pt x="155575" y="0"/>
                  </a:lnTo>
                </a:path>
              </a:pathLst>
            </a:custGeom>
            <a:noFill/>
            <a:ln w="19050">
              <a:solidFill>
                <a:srgbClr val="33D1FF"/>
              </a:solidFill>
            </a:ln>
          </p:spPr>
        </p:sp>
        <p:sp>
          <p:nvSpPr>
            <p:cNvPr id="11" name="Freeform 11"/>
            <p:cNvSpPr/>
            <p:nvPr/>
          </p:nvSpPr>
          <p:spPr>
            <a:xfrm>
              <a:off x="3787775" y="2390775"/>
              <a:ext cx="133350" cy="88900"/>
            </a:xfrm>
            <a:custGeom>
              <a:avLst/>
              <a:gdLst/>
              <a:ahLst/>
              <a:cxnLst/>
              <a:rect l="l" t="t" r="r" b="b"/>
              <a:pathLst>
                <a:path w="133350" h="88900">
                  <a:moveTo>
                    <a:pt x="0" y="0"/>
                  </a:moveTo>
                  <a:cubicBezTo>
                    <a:pt x="0" y="47650"/>
                    <a:pt x="50051" y="86855"/>
                    <a:pt x="133350" y="88900"/>
                  </a:cubicBezTo>
                </a:path>
              </a:pathLst>
            </a:custGeom>
            <a:noFill/>
            <a:ln w="19050">
              <a:solidFill>
                <a:srgbClr val="33D1FF"/>
              </a:solidFill>
            </a:ln>
          </p:spPr>
        </p:sp>
        <p:sp>
          <p:nvSpPr>
            <p:cNvPr id="12" name="Freeform 12"/>
            <p:cNvSpPr/>
            <p:nvPr/>
          </p:nvSpPr>
          <p:spPr>
            <a:xfrm>
              <a:off x="3943350" y="2435225"/>
              <a:ext cx="177800" cy="200025"/>
            </a:xfrm>
            <a:custGeom>
              <a:avLst/>
              <a:gdLst/>
              <a:ahLst/>
              <a:cxnLst/>
              <a:rect l="l" t="t" r="r" b="b"/>
              <a:pathLst>
                <a:path w="177800" h="200025">
                  <a:moveTo>
                    <a:pt x="0" y="200025"/>
                  </a:moveTo>
                  <a:lnTo>
                    <a:pt x="88900" y="0"/>
                  </a:lnTo>
                  <a:lnTo>
                    <a:pt x="177800" y="200025"/>
                  </a:lnTo>
                </a:path>
              </a:pathLst>
            </a:custGeom>
            <a:noFill/>
            <a:ln w="19050">
              <a:solidFill>
                <a:srgbClr val="33D1FF"/>
              </a:solidFill>
            </a:ln>
          </p:spPr>
        </p:sp>
        <p:sp>
          <p:nvSpPr>
            <p:cNvPr id="13" name="Freeform 13"/>
            <p:cNvSpPr/>
            <p:nvPr/>
          </p:nvSpPr>
          <p:spPr>
            <a:xfrm>
              <a:off x="3963352" y="2590799"/>
              <a:ext cx="137795" cy="9525"/>
            </a:xfrm>
            <a:custGeom>
              <a:avLst/>
              <a:gdLst/>
              <a:ahLst/>
              <a:cxnLst/>
              <a:rect l="l" t="t" r="r" b="b"/>
              <a:pathLst>
                <a:path w="137795" h="9525">
                  <a:moveTo>
                    <a:pt x="137795" y="0"/>
                  </a:moveTo>
                  <a:lnTo>
                    <a:pt x="0" y="0"/>
                  </a:lnTo>
                </a:path>
              </a:pathLst>
            </a:custGeom>
            <a:noFill/>
            <a:ln w="19050">
              <a:solidFill>
                <a:srgbClr val="33D1FF"/>
              </a:solidFill>
            </a:ln>
          </p:spPr>
        </p:sp>
        <p:sp>
          <p:nvSpPr>
            <p:cNvPr id="14" name="Freeform 14"/>
            <p:cNvSpPr/>
            <p:nvPr/>
          </p:nvSpPr>
          <p:spPr>
            <a:xfrm>
              <a:off x="3825424" y="2257425"/>
              <a:ext cx="17624" cy="12935"/>
            </a:xfrm>
            <a:custGeom>
              <a:avLst/>
              <a:gdLst/>
              <a:ahLst/>
              <a:cxnLst/>
              <a:rect l="l" t="t" r="r" b="b"/>
              <a:pathLst>
                <a:path w="17624" h="12935">
                  <a:moveTo>
                    <a:pt x="0" y="0"/>
                  </a:moveTo>
                  <a:lnTo>
                    <a:pt x="17624" y="12935"/>
                  </a:lnTo>
                </a:path>
              </a:pathLst>
            </a:custGeom>
            <a:noFill/>
            <a:ln w="19050">
              <a:solidFill>
                <a:srgbClr val="33D1FF"/>
              </a:solidFill>
            </a:ln>
          </p:spPr>
        </p:sp>
      </p:grpSp>
      <p:sp>
        <p:nvSpPr>
          <p:cNvPr id="16" name="TextBox 16"/>
          <p:cNvSpPr txBox="1"/>
          <p:nvPr/>
        </p:nvSpPr>
        <p:spPr>
          <a:xfrm>
            <a:off x="3482092" y="2841308"/>
            <a:ext cx="922515" cy="616077"/>
          </a:xfrm>
          <a:prstGeom prst="rect">
            <a:avLst/>
          </a:prstGeom>
          <a:noFill/>
          <a:ln>
            <a:noFill/>
          </a:ln>
        </p:spPr>
        <p:txBody>
          <a:bodyPr wrap="none" lIns="0" tIns="0" rIns="0" bIns="0" anchor="t" anchorCtr="0">
            <a:spAutoFit/>
          </a:bodyPr>
          <a:lstStyle/>
          <a:p>
            <a:pPr algn="ctr"/>
            <a:r>
              <a:rPr lang="zh-CN" sz="3150" b="1" dirty="0">
                <a:solidFill>
                  <a:srgbClr val="EAF2FF"/>
                </a:solidFill>
                <a:latin typeface="Arial"/>
                <a:ea typeface="Microsoft YaHei"/>
                <a:cs typeface="Arial"/>
              </a:rPr>
              <a:t>中文</a:t>
            </a:r>
          </a:p>
        </p:txBody>
      </p:sp>
      <p:sp>
        <p:nvSpPr>
          <p:cNvPr id="17" name="TextBox 17"/>
          <p:cNvSpPr txBox="1"/>
          <p:nvPr/>
        </p:nvSpPr>
        <p:spPr>
          <a:xfrm>
            <a:off x="3191339" y="3406140"/>
            <a:ext cx="1504022" cy="352044"/>
          </a:xfrm>
          <a:prstGeom prst="rect">
            <a:avLst/>
          </a:prstGeom>
          <a:noFill/>
          <a:ln>
            <a:noFill/>
          </a:ln>
        </p:spPr>
        <p:txBody>
          <a:bodyPr wrap="none" lIns="0" tIns="0" rIns="0" bIns="0" anchor="t" anchorCtr="0">
            <a:spAutoFit/>
          </a:bodyPr>
          <a:lstStyle/>
          <a:p>
            <a:pPr algn="ctr"/>
            <a:r>
              <a:rPr lang="en-US" sz="1800" dirty="0">
                <a:solidFill>
                  <a:srgbClr val="AFC2D9"/>
                </a:solidFill>
                <a:latin typeface="Arial"/>
                <a:ea typeface="Arial"/>
                <a:cs typeface="Arial"/>
              </a:rPr>
              <a:t>Chinese copy</a:t>
            </a:r>
          </a:p>
        </p:txBody>
      </p:sp>
      <p:sp>
        <p:nvSpPr>
          <p:cNvPr id="18" name="TextBox 18"/>
          <p:cNvSpPr txBox="1"/>
          <p:nvPr/>
        </p:nvSpPr>
        <p:spPr>
          <a:xfrm>
            <a:off x="3019788" y="3768090"/>
            <a:ext cx="1847123" cy="352044"/>
          </a:xfrm>
          <a:prstGeom prst="rect">
            <a:avLst/>
          </a:prstGeom>
          <a:noFill/>
          <a:ln>
            <a:noFill/>
          </a:ln>
        </p:spPr>
        <p:txBody>
          <a:bodyPr wrap="none" lIns="0" tIns="0" rIns="0" bIns="0" anchor="t" anchorCtr="0">
            <a:spAutoFit/>
          </a:bodyPr>
          <a:lstStyle/>
          <a:p>
            <a:pPr algn="ctr"/>
            <a:r>
              <a:rPr lang="en-US" sz="1800" dirty="0">
                <a:solidFill>
                  <a:srgbClr val="AFC2D9"/>
                </a:solidFill>
                <a:latin typeface="Arial"/>
                <a:ea typeface="Arial"/>
                <a:cs typeface="Arial"/>
              </a:rPr>
              <a:t>CJK typography</a:t>
            </a:r>
          </a:p>
        </p:txBody>
      </p:sp>
      <p:grpSp>
        <p:nvGrpSpPr>
          <p:cNvPr id="25" name="Group 25"/>
          <p:cNvGrpSpPr/>
          <p:nvPr/>
        </p:nvGrpSpPr>
        <p:grpSpPr>
          <a:xfrm>
            <a:off x="8070850" y="2257425"/>
            <a:ext cx="355600" cy="377825"/>
            <a:chOff x="8070850" y="2257425"/>
            <a:chExt cx="355600" cy="377825"/>
          </a:xfrm>
        </p:grpSpPr>
        <p:sp>
          <p:nvSpPr>
            <p:cNvPr id="19" name="Freeform 19"/>
            <p:cNvSpPr/>
            <p:nvPr/>
          </p:nvSpPr>
          <p:spPr>
            <a:xfrm>
              <a:off x="8070850" y="2332345"/>
              <a:ext cx="111125" cy="147329"/>
            </a:xfrm>
            <a:custGeom>
              <a:avLst/>
              <a:gdLst/>
              <a:ahLst/>
              <a:cxnLst/>
              <a:rect l="l" t="t" r="r" b="b"/>
              <a:pathLst>
                <a:path w="111125" h="147329">
                  <a:moveTo>
                    <a:pt x="111125" y="0"/>
                  </a:moveTo>
                  <a:cubicBezTo>
                    <a:pt x="111125" y="98190"/>
                    <a:pt x="61363" y="147329"/>
                    <a:pt x="0" y="147329"/>
                  </a:cubicBezTo>
                </a:path>
              </a:pathLst>
            </a:custGeom>
            <a:noFill/>
            <a:ln w="19050">
              <a:solidFill>
                <a:srgbClr val="7C83FD"/>
              </a:solidFill>
            </a:ln>
          </p:spPr>
        </p:sp>
        <p:sp>
          <p:nvSpPr>
            <p:cNvPr id="20" name="Freeform 20"/>
            <p:cNvSpPr/>
            <p:nvPr/>
          </p:nvSpPr>
          <p:spPr>
            <a:xfrm>
              <a:off x="8070850" y="2332345"/>
              <a:ext cx="155575" cy="9525"/>
            </a:xfrm>
            <a:custGeom>
              <a:avLst/>
              <a:gdLst/>
              <a:ahLst/>
              <a:cxnLst/>
              <a:rect l="l" t="t" r="r" b="b"/>
              <a:pathLst>
                <a:path w="155575" h="9525">
                  <a:moveTo>
                    <a:pt x="0" y="0"/>
                  </a:moveTo>
                  <a:lnTo>
                    <a:pt x="155575" y="0"/>
                  </a:lnTo>
                </a:path>
              </a:pathLst>
            </a:custGeom>
            <a:noFill/>
            <a:ln w="19050">
              <a:solidFill>
                <a:srgbClr val="7C83FD"/>
              </a:solidFill>
            </a:ln>
          </p:spPr>
        </p:sp>
        <p:sp>
          <p:nvSpPr>
            <p:cNvPr id="21" name="Freeform 21"/>
            <p:cNvSpPr/>
            <p:nvPr/>
          </p:nvSpPr>
          <p:spPr>
            <a:xfrm>
              <a:off x="8093075" y="2390775"/>
              <a:ext cx="133350" cy="88900"/>
            </a:xfrm>
            <a:custGeom>
              <a:avLst/>
              <a:gdLst/>
              <a:ahLst/>
              <a:cxnLst/>
              <a:rect l="l" t="t" r="r" b="b"/>
              <a:pathLst>
                <a:path w="133350" h="88900">
                  <a:moveTo>
                    <a:pt x="0" y="0"/>
                  </a:moveTo>
                  <a:cubicBezTo>
                    <a:pt x="0" y="47650"/>
                    <a:pt x="50051" y="86855"/>
                    <a:pt x="133350" y="88900"/>
                  </a:cubicBezTo>
                </a:path>
              </a:pathLst>
            </a:custGeom>
            <a:noFill/>
            <a:ln w="19050">
              <a:solidFill>
                <a:srgbClr val="7C83FD"/>
              </a:solidFill>
            </a:ln>
          </p:spPr>
        </p:sp>
        <p:sp>
          <p:nvSpPr>
            <p:cNvPr id="22" name="Freeform 22"/>
            <p:cNvSpPr/>
            <p:nvPr/>
          </p:nvSpPr>
          <p:spPr>
            <a:xfrm>
              <a:off x="8248650" y="2435225"/>
              <a:ext cx="177800" cy="200025"/>
            </a:xfrm>
            <a:custGeom>
              <a:avLst/>
              <a:gdLst/>
              <a:ahLst/>
              <a:cxnLst/>
              <a:rect l="l" t="t" r="r" b="b"/>
              <a:pathLst>
                <a:path w="177800" h="200025">
                  <a:moveTo>
                    <a:pt x="0" y="200025"/>
                  </a:moveTo>
                  <a:lnTo>
                    <a:pt x="88900" y="0"/>
                  </a:lnTo>
                  <a:lnTo>
                    <a:pt x="177800" y="200025"/>
                  </a:lnTo>
                </a:path>
              </a:pathLst>
            </a:custGeom>
            <a:noFill/>
            <a:ln w="19050">
              <a:solidFill>
                <a:srgbClr val="7C83FD"/>
              </a:solidFill>
            </a:ln>
          </p:spPr>
        </p:sp>
        <p:sp>
          <p:nvSpPr>
            <p:cNvPr id="23" name="Freeform 23"/>
            <p:cNvSpPr/>
            <p:nvPr/>
          </p:nvSpPr>
          <p:spPr>
            <a:xfrm>
              <a:off x="8268652" y="2590799"/>
              <a:ext cx="137795" cy="9525"/>
            </a:xfrm>
            <a:custGeom>
              <a:avLst/>
              <a:gdLst/>
              <a:ahLst/>
              <a:cxnLst/>
              <a:rect l="l" t="t" r="r" b="b"/>
              <a:pathLst>
                <a:path w="137795" h="9525">
                  <a:moveTo>
                    <a:pt x="137795" y="0"/>
                  </a:moveTo>
                  <a:lnTo>
                    <a:pt x="0" y="0"/>
                  </a:lnTo>
                </a:path>
              </a:pathLst>
            </a:custGeom>
            <a:noFill/>
            <a:ln w="19050">
              <a:solidFill>
                <a:srgbClr val="7C83FD"/>
              </a:solidFill>
            </a:ln>
          </p:spPr>
        </p:sp>
        <p:sp>
          <p:nvSpPr>
            <p:cNvPr id="24" name="Freeform 24"/>
            <p:cNvSpPr/>
            <p:nvPr/>
          </p:nvSpPr>
          <p:spPr>
            <a:xfrm>
              <a:off x="8130724" y="2257425"/>
              <a:ext cx="17624" cy="12935"/>
            </a:xfrm>
            <a:custGeom>
              <a:avLst/>
              <a:gdLst/>
              <a:ahLst/>
              <a:cxnLst/>
              <a:rect l="l" t="t" r="r" b="b"/>
              <a:pathLst>
                <a:path w="17624" h="12935">
                  <a:moveTo>
                    <a:pt x="0" y="0"/>
                  </a:moveTo>
                  <a:lnTo>
                    <a:pt x="17624" y="12935"/>
                  </a:lnTo>
                </a:path>
              </a:pathLst>
            </a:custGeom>
            <a:noFill/>
            <a:ln w="19050">
              <a:solidFill>
                <a:srgbClr val="7C83FD"/>
              </a:solidFill>
            </a:ln>
          </p:spPr>
        </p:sp>
      </p:grpSp>
      <p:sp>
        <p:nvSpPr>
          <p:cNvPr id="26" name="TextBox 26"/>
          <p:cNvSpPr txBox="1"/>
          <p:nvPr/>
        </p:nvSpPr>
        <p:spPr>
          <a:xfrm>
            <a:off x="7385822" y="2841308"/>
            <a:ext cx="1725656" cy="616077"/>
          </a:xfrm>
          <a:prstGeom prst="rect">
            <a:avLst/>
          </a:prstGeom>
          <a:noFill/>
          <a:ln>
            <a:noFill/>
          </a:ln>
        </p:spPr>
        <p:txBody>
          <a:bodyPr wrap="none" lIns="0" tIns="0" rIns="0" bIns="0" anchor="t" anchorCtr="0">
            <a:spAutoFit/>
          </a:bodyPr>
          <a:lstStyle/>
          <a:p>
            <a:pPr algn="ctr"/>
            <a:r>
              <a:rPr lang="en-US" sz="3150" b="1" dirty="0">
                <a:solidFill>
                  <a:srgbClr val="EAF2FF"/>
                </a:solidFill>
                <a:latin typeface="Arial"/>
                <a:ea typeface="Arial"/>
                <a:cs typeface="Arial"/>
              </a:rPr>
              <a:t>ENGLISH</a:t>
            </a:r>
          </a:p>
        </p:txBody>
      </p:sp>
      <p:sp>
        <p:nvSpPr>
          <p:cNvPr id="27" name="TextBox 27"/>
          <p:cNvSpPr txBox="1"/>
          <p:nvPr/>
        </p:nvSpPr>
        <p:spPr>
          <a:xfrm>
            <a:off x="7527084" y="3406140"/>
            <a:ext cx="1443131" cy="352044"/>
          </a:xfrm>
          <a:prstGeom prst="rect">
            <a:avLst/>
          </a:prstGeom>
          <a:noFill/>
          <a:ln>
            <a:noFill/>
          </a:ln>
        </p:spPr>
        <p:txBody>
          <a:bodyPr wrap="none" lIns="0" tIns="0" rIns="0" bIns="0" anchor="t" anchorCtr="0">
            <a:spAutoFit/>
          </a:bodyPr>
          <a:lstStyle/>
          <a:p>
            <a:pPr algn="ctr"/>
            <a:r>
              <a:rPr lang="en-US" sz="1800" dirty="0">
                <a:solidFill>
                  <a:srgbClr val="AFC2D9"/>
                </a:solidFill>
                <a:latin typeface="Arial"/>
                <a:ea typeface="Arial"/>
                <a:cs typeface="Arial"/>
              </a:rPr>
              <a:t>English copy</a:t>
            </a:r>
          </a:p>
        </p:txBody>
      </p:sp>
      <p:sp>
        <p:nvSpPr>
          <p:cNvPr id="28" name="TextBox 28"/>
          <p:cNvSpPr txBox="1"/>
          <p:nvPr/>
        </p:nvSpPr>
        <p:spPr>
          <a:xfrm>
            <a:off x="7230100" y="3768090"/>
            <a:ext cx="2037100" cy="352044"/>
          </a:xfrm>
          <a:prstGeom prst="rect">
            <a:avLst/>
          </a:prstGeom>
          <a:noFill/>
          <a:ln>
            <a:noFill/>
          </a:ln>
        </p:spPr>
        <p:txBody>
          <a:bodyPr wrap="none" lIns="0" tIns="0" rIns="0" bIns="0" anchor="t" anchorCtr="0">
            <a:spAutoFit/>
          </a:bodyPr>
          <a:lstStyle/>
          <a:p>
            <a:pPr algn="ctr"/>
            <a:r>
              <a:rPr lang="en-US" sz="1800" dirty="0">
                <a:solidFill>
                  <a:srgbClr val="AFC2D9"/>
                </a:solidFill>
                <a:latin typeface="Arial"/>
                <a:ea typeface="Arial"/>
                <a:cs typeface="Arial"/>
              </a:rPr>
              <a:t>Latin typography</a:t>
            </a:r>
          </a:p>
        </p:txBody>
      </p:sp>
      <p:sp>
        <p:nvSpPr>
          <p:cNvPr id="29" name="Rectangle 29"/>
          <p:cNvSpPr/>
          <p:nvPr/>
        </p:nvSpPr>
        <p:spPr>
          <a:xfrm>
            <a:off x="5105400" y="2476500"/>
            <a:ext cx="1981200" cy="2209800"/>
          </a:xfrm>
          <a:prstGeom prst="roundRect">
            <a:avLst>
              <a:gd name="adj" fmla="val 3846"/>
            </a:avLst>
          </a:prstGeom>
          <a:solidFill>
            <a:srgbClr val="10243B"/>
          </a:solidFill>
          <a:ln w="28575">
            <a:solidFill>
              <a:srgbClr val="FFB347"/>
            </a:solidFill>
          </a:ln>
        </p:spPr>
      </p:sp>
      <p:grpSp>
        <p:nvGrpSpPr>
          <p:cNvPr id="32" name="Group 32"/>
          <p:cNvGrpSpPr/>
          <p:nvPr/>
        </p:nvGrpSpPr>
        <p:grpSpPr>
          <a:xfrm>
            <a:off x="5924550" y="2762250"/>
            <a:ext cx="342900" cy="342900"/>
            <a:chOff x="5924550" y="2762250"/>
            <a:chExt cx="342900" cy="342900"/>
          </a:xfrm>
        </p:grpSpPr>
        <p:sp>
          <p:nvSpPr>
            <p:cNvPr id="30" name="Freeform 30"/>
            <p:cNvSpPr/>
            <p:nvPr/>
          </p:nvSpPr>
          <p:spPr>
            <a:xfrm>
              <a:off x="5924550" y="2762250"/>
              <a:ext cx="342900" cy="342900"/>
            </a:xfrm>
            <a:custGeom>
              <a:avLst/>
              <a:gdLst/>
              <a:ahLst/>
              <a:cxnLst/>
              <a:rect l="l" t="t" r="r" b="b"/>
              <a:pathLst>
                <a:path w="342900" h="342900">
                  <a:moveTo>
                    <a:pt x="0" y="171450"/>
                  </a:moveTo>
                  <a:cubicBezTo>
                    <a:pt x="0" y="266139"/>
                    <a:pt x="76761" y="342900"/>
                    <a:pt x="171450" y="342900"/>
                  </a:cubicBezTo>
                  <a:cubicBezTo>
                    <a:pt x="266139" y="342900"/>
                    <a:pt x="342900" y="266139"/>
                    <a:pt x="342900" y="171450"/>
                  </a:cubicBezTo>
                  <a:cubicBezTo>
                    <a:pt x="342900" y="76761"/>
                    <a:pt x="266139" y="0"/>
                    <a:pt x="171450" y="0"/>
                  </a:cubicBezTo>
                  <a:cubicBezTo>
                    <a:pt x="76761" y="0"/>
                    <a:pt x="0" y="76761"/>
                    <a:pt x="0" y="171450"/>
                  </a:cubicBezTo>
                </a:path>
              </a:pathLst>
            </a:custGeom>
            <a:noFill/>
            <a:ln w="19050">
              <a:solidFill>
                <a:srgbClr val="FFB347"/>
              </a:solidFill>
            </a:ln>
          </p:spPr>
        </p:sp>
        <p:sp>
          <p:nvSpPr>
            <p:cNvPr id="31" name="Freeform 31"/>
            <p:cNvSpPr/>
            <p:nvPr/>
          </p:nvSpPr>
          <p:spPr>
            <a:xfrm>
              <a:off x="6038850" y="2895600"/>
              <a:ext cx="114300" cy="76200"/>
            </a:xfrm>
            <a:custGeom>
              <a:avLst/>
              <a:gdLst/>
              <a:ahLst/>
              <a:cxnLst/>
              <a:rect l="l" t="t" r="r" b="b"/>
              <a:pathLst>
                <a:path w="114300" h="76200">
                  <a:moveTo>
                    <a:pt x="0" y="38100"/>
                  </a:moveTo>
                  <a:lnTo>
                    <a:pt x="38100" y="76200"/>
                  </a:lnTo>
                  <a:lnTo>
                    <a:pt x="114300" y="0"/>
                  </a:lnTo>
                </a:path>
              </a:pathLst>
            </a:custGeom>
            <a:noFill/>
            <a:ln w="19050">
              <a:solidFill>
                <a:srgbClr val="FFB347"/>
              </a:solidFill>
            </a:ln>
          </p:spPr>
        </p:sp>
      </p:grpSp>
      <p:sp>
        <p:nvSpPr>
          <p:cNvPr id="33" name="TextBox 33"/>
          <p:cNvSpPr txBox="1"/>
          <p:nvPr/>
        </p:nvSpPr>
        <p:spPr>
          <a:xfrm>
            <a:off x="5175102" y="3291840"/>
            <a:ext cx="1841796" cy="352044"/>
          </a:xfrm>
          <a:prstGeom prst="rect">
            <a:avLst/>
          </a:prstGeom>
          <a:noFill/>
          <a:ln>
            <a:noFill/>
          </a:ln>
        </p:spPr>
        <p:txBody>
          <a:bodyPr wrap="none" lIns="0" tIns="0" rIns="0" bIns="0" anchor="t" anchorCtr="0">
            <a:spAutoFit/>
          </a:bodyPr>
          <a:lstStyle/>
          <a:p>
            <a:pPr algn="ctr"/>
            <a:r>
              <a:rPr lang="en-US" sz="1800" b="1" dirty="0">
                <a:solidFill>
                  <a:srgbClr val="EAF2FF"/>
                </a:solidFill>
                <a:latin typeface="Arial"/>
                <a:ea typeface="Arial"/>
                <a:cs typeface="Arial"/>
              </a:rPr>
              <a:t>Same Contract</a:t>
            </a:r>
          </a:p>
        </p:txBody>
      </p:sp>
      <p:sp>
        <p:nvSpPr>
          <p:cNvPr id="34" name="TextBox 34"/>
          <p:cNvSpPr txBox="1"/>
          <p:nvPr/>
        </p:nvSpPr>
        <p:spPr>
          <a:xfrm>
            <a:off x="5232889" y="3710940"/>
            <a:ext cx="1726221" cy="352044"/>
          </a:xfrm>
          <a:prstGeom prst="rect">
            <a:avLst/>
          </a:prstGeom>
          <a:noFill/>
          <a:ln>
            <a:noFill/>
          </a:ln>
        </p:spPr>
        <p:txBody>
          <a:bodyPr wrap="none" lIns="0" tIns="0" rIns="0" bIns="0" anchor="t" anchorCtr="0">
            <a:spAutoFit/>
          </a:bodyPr>
          <a:lstStyle/>
          <a:p>
            <a:pPr algn="ctr"/>
            <a:r>
              <a:rPr lang="en-US" sz="1800" b="1" dirty="0">
                <a:solidFill>
                  <a:srgbClr val="33D1FF"/>
                </a:solidFill>
                <a:latin typeface="Arial"/>
                <a:ea typeface="Arial"/>
                <a:cs typeface="Arial"/>
              </a:rPr>
              <a:t>Native Export</a:t>
            </a:r>
          </a:p>
        </p:txBody>
      </p:sp>
      <p:sp>
        <p:nvSpPr>
          <p:cNvPr id="35" name="TextBox 35"/>
          <p:cNvSpPr txBox="1"/>
          <p:nvPr/>
        </p:nvSpPr>
        <p:spPr>
          <a:xfrm>
            <a:off x="5563591" y="4130040"/>
            <a:ext cx="1064819" cy="352044"/>
          </a:xfrm>
          <a:prstGeom prst="rect">
            <a:avLst/>
          </a:prstGeom>
          <a:noFill/>
          <a:ln>
            <a:noFill/>
          </a:ln>
        </p:spPr>
        <p:txBody>
          <a:bodyPr wrap="none" lIns="0" tIns="0" rIns="0" bIns="0" anchor="t" anchorCtr="0">
            <a:spAutoFit/>
          </a:bodyPr>
          <a:lstStyle/>
          <a:p>
            <a:pPr algn="ctr"/>
            <a:r>
              <a:rPr lang="en-US" sz="1800" b="1" dirty="0">
                <a:solidFill>
                  <a:srgbClr val="7C83FD"/>
                </a:solidFill>
                <a:latin typeface="Arial"/>
                <a:ea typeface="Arial"/>
                <a:cs typeface="Arial"/>
              </a:rPr>
              <a:t>Same QA</a:t>
            </a:r>
          </a:p>
        </p:txBody>
      </p:sp>
      <p:sp>
        <p:nvSpPr>
          <p:cNvPr id="36" name="Freeform 36"/>
          <p:cNvSpPr/>
          <p:nvPr/>
        </p:nvSpPr>
        <p:spPr>
          <a:xfrm>
            <a:off x="2647950" y="5657850"/>
            <a:ext cx="6896100" cy="9525"/>
          </a:xfrm>
          <a:custGeom>
            <a:avLst/>
            <a:gdLst/>
            <a:ahLst/>
            <a:cxnLst/>
            <a:rect l="l" t="t" r="r" b="b"/>
            <a:pathLst>
              <a:path w="6896100" h="9525">
                <a:moveTo>
                  <a:pt x="0" y="0"/>
                </a:moveTo>
                <a:lnTo>
                  <a:pt x="6896100" y="0"/>
                </a:lnTo>
              </a:path>
            </a:pathLst>
          </a:custGeom>
          <a:noFill/>
          <a:ln w="38100">
            <a:solidFill>
              <a:srgbClr val="FFB347"/>
            </a:solidFill>
          </a:ln>
        </p:spPr>
      </p:sp>
      <p:sp>
        <p:nvSpPr>
          <p:cNvPr id="37" name="TextBox 37"/>
          <p:cNvSpPr txBox="1"/>
          <p:nvPr/>
        </p:nvSpPr>
        <p:spPr>
          <a:xfrm>
            <a:off x="273679" y="5855970"/>
            <a:ext cx="11644642" cy="469392"/>
          </a:xfrm>
          <a:prstGeom prst="rect">
            <a:avLst/>
          </a:prstGeom>
          <a:noFill/>
          <a:ln>
            <a:noFill/>
          </a:ln>
        </p:spPr>
        <p:txBody>
          <a:bodyPr wrap="none" lIns="0" tIns="0" rIns="0" bIns="0" anchor="t" anchorCtr="0">
            <a:spAutoFit/>
          </a:bodyPr>
          <a:lstStyle/>
          <a:p>
            <a:pPr algn="ctr"/>
            <a:r>
              <a:rPr lang="en-US" sz="2400" b="1" dirty="0">
                <a:solidFill>
                  <a:srgbClr val="EAF2FF"/>
                </a:solidFill>
                <a:latin typeface="Arial"/>
                <a:ea typeface="Arial"/>
                <a:cs typeface="Arial"/>
              </a:rPr>
              <a:t>One semantic contract. Two languages. Two genuinely editable decks.</a:t>
            </a:r>
          </a:p>
        </p:txBody>
      </p:sp>
      <p:sp>
        <p:nvSpPr>
          <p:cNvPr id="38" name="TextBox 38"/>
          <p:cNvSpPr txBox="1"/>
          <p:nvPr/>
        </p:nvSpPr>
        <p:spPr>
          <a:xfrm>
            <a:off x="3513380" y="6350318"/>
            <a:ext cx="5165240" cy="264033"/>
          </a:xfrm>
          <a:prstGeom prst="rect">
            <a:avLst/>
          </a:prstGeom>
          <a:noFill/>
          <a:ln>
            <a:noFill/>
          </a:ln>
        </p:spPr>
        <p:txBody>
          <a:bodyPr wrap="none" lIns="0" tIns="0" rIns="0" bIns="0" anchor="t" anchorCtr="0">
            <a:spAutoFit/>
          </a:bodyPr>
          <a:lstStyle/>
          <a:p>
            <a:pPr algn="ctr"/>
            <a:r>
              <a:rPr lang="en-US" sz="1350" b="1" dirty="0">
                <a:solidFill>
                  <a:srgbClr val="7890AA"/>
                </a:solidFill>
                <a:latin typeface="Consolas"/>
                <a:ea typeface="Consolas"/>
                <a:cs typeface="Consolas"/>
              </a:rPr>
              <a:t>LANGUAGE CHANGES THE COPY — NOT THE SUPPORT LEVEL</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2026-07-14T11:50:13Z</dcterms:created>
  <dcterms:modified xsi:type="dcterms:W3CDTF">2026-07-14T11:50:13Z</dcterms:modified>
  <cp:category/>
  <cp:contentStatus/>
</cp:coreProperties>
</file>